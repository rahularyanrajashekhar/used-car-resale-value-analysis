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65" r:id="rId2"/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49387-D882-4B90-ACAE-551787BB70D7}" v="1" dt="2026-06-16T23:26:25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ryan Rajashekhar" userId="3518d58e1d7728c6" providerId="LiveId" clId="{3C444BC0-B098-4129-B4F8-84A3C81926AF}"/>
    <pc:docChg chg="custSel modSld">
      <pc:chgData name="Rahul Aryan Rajashekhar" userId="3518d58e1d7728c6" providerId="LiveId" clId="{3C444BC0-B098-4129-B4F8-84A3C81926AF}" dt="2026-06-16T23:26:40.637" v="8" actId="1076"/>
      <pc:docMkLst>
        <pc:docMk/>
      </pc:docMkLst>
      <pc:sldChg chg="modSp mod">
        <pc:chgData name="Rahul Aryan Rajashekhar" userId="3518d58e1d7728c6" providerId="LiveId" clId="{3C444BC0-B098-4129-B4F8-84A3C81926AF}" dt="2026-06-16T23:26:40.637" v="8" actId="1076"/>
        <pc:sldMkLst>
          <pc:docMk/>
          <pc:sldMk cId="622404351" sldId="265"/>
        </pc:sldMkLst>
        <pc:spChg chg="mod">
          <ac:chgData name="Rahul Aryan Rajashekhar" userId="3518d58e1d7728c6" providerId="LiveId" clId="{3C444BC0-B098-4129-B4F8-84A3C81926AF}" dt="2026-06-16T23:26:40.637" v="8" actId="1076"/>
          <ac:spMkLst>
            <pc:docMk/>
            <pc:sldMk cId="622404351" sldId="265"/>
            <ac:spMk id="2" creationId="{8C0E71D3-78F6-8A46-8FBA-8C6DF49DA7B8}"/>
          </ac:spMkLst>
        </pc:spChg>
        <pc:spChg chg="mod">
          <ac:chgData name="Rahul Aryan Rajashekhar" userId="3518d58e1d7728c6" providerId="LiveId" clId="{3C444BC0-B098-4129-B4F8-84A3C81926AF}" dt="2026-06-16T23:26:17.015" v="3" actId="20577"/>
          <ac:spMkLst>
            <pc:docMk/>
            <pc:sldMk cId="622404351" sldId="265"/>
            <ac:spMk id="3" creationId="{D8A4093E-1000-23DC-6A2F-F898A18D0FB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518d58e1d7728c6/Documents/Subjects/Foundation%20of%20Business%20Analytics/ca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Selling price Vs</a:t>
            </a:r>
            <a:r>
              <a:rPr lang="en-US" baseline="0"/>
              <a:t> K</a:t>
            </a:r>
            <a:r>
              <a:rPr lang="en-US"/>
              <a:t>ilometers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'cars (1)'!$D$1</c:f>
              <c:strCache>
                <c:ptCount val="1"/>
                <c:pt idx="0">
                  <c:v>kilometers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linear"/>
            <c:dispRSqr val="0"/>
            <c:dispEq val="0"/>
          </c:trendline>
          <c:xVal>
            <c:numRef>
              <c:f>'cars (1)'!$B$2:$B$1997</c:f>
              <c:numCache>
                <c:formatCode>0</c:formatCode>
                <c:ptCount val="1996"/>
                <c:pt idx="0">
                  <c:v>450000</c:v>
                </c:pt>
                <c:pt idx="1">
                  <c:v>220000</c:v>
                </c:pt>
                <c:pt idx="2">
                  <c:v>799000</c:v>
                </c:pt>
                <c:pt idx="3">
                  <c:v>1950000</c:v>
                </c:pt>
                <c:pt idx="4">
                  <c:v>675000</c:v>
                </c:pt>
                <c:pt idx="5">
                  <c:v>1898999</c:v>
                </c:pt>
                <c:pt idx="6">
                  <c:v>2650000</c:v>
                </c:pt>
                <c:pt idx="7">
                  <c:v>1390000</c:v>
                </c:pt>
                <c:pt idx="8">
                  <c:v>575000</c:v>
                </c:pt>
                <c:pt idx="9">
                  <c:v>591000</c:v>
                </c:pt>
                <c:pt idx="10">
                  <c:v>459999</c:v>
                </c:pt>
                <c:pt idx="11">
                  <c:v>1075000</c:v>
                </c:pt>
                <c:pt idx="12">
                  <c:v>1695000</c:v>
                </c:pt>
                <c:pt idx="13">
                  <c:v>944999</c:v>
                </c:pt>
                <c:pt idx="14">
                  <c:v>569000</c:v>
                </c:pt>
                <c:pt idx="15">
                  <c:v>449000</c:v>
                </c:pt>
                <c:pt idx="16">
                  <c:v>894999</c:v>
                </c:pt>
                <c:pt idx="17">
                  <c:v>699000</c:v>
                </c:pt>
                <c:pt idx="18">
                  <c:v>740000</c:v>
                </c:pt>
                <c:pt idx="19">
                  <c:v>470000</c:v>
                </c:pt>
                <c:pt idx="20">
                  <c:v>765000</c:v>
                </c:pt>
                <c:pt idx="21">
                  <c:v>589000</c:v>
                </c:pt>
                <c:pt idx="22">
                  <c:v>999000</c:v>
                </c:pt>
                <c:pt idx="23">
                  <c:v>370000</c:v>
                </c:pt>
                <c:pt idx="24">
                  <c:v>325000</c:v>
                </c:pt>
                <c:pt idx="25">
                  <c:v>1175000</c:v>
                </c:pt>
                <c:pt idx="26">
                  <c:v>351000</c:v>
                </c:pt>
                <c:pt idx="27">
                  <c:v>551000</c:v>
                </c:pt>
                <c:pt idx="28">
                  <c:v>819999</c:v>
                </c:pt>
                <c:pt idx="29">
                  <c:v>990000</c:v>
                </c:pt>
                <c:pt idx="30">
                  <c:v>925000</c:v>
                </c:pt>
                <c:pt idx="31">
                  <c:v>535000</c:v>
                </c:pt>
                <c:pt idx="32">
                  <c:v>860000</c:v>
                </c:pt>
                <c:pt idx="33">
                  <c:v>145000</c:v>
                </c:pt>
                <c:pt idx="34">
                  <c:v>409000</c:v>
                </c:pt>
                <c:pt idx="35">
                  <c:v>490000</c:v>
                </c:pt>
                <c:pt idx="36">
                  <c:v>1900000</c:v>
                </c:pt>
                <c:pt idx="37">
                  <c:v>3850000</c:v>
                </c:pt>
                <c:pt idx="38">
                  <c:v>1125000</c:v>
                </c:pt>
                <c:pt idx="39">
                  <c:v>2300000</c:v>
                </c:pt>
                <c:pt idx="40">
                  <c:v>1095000</c:v>
                </c:pt>
                <c:pt idx="41">
                  <c:v>1575000</c:v>
                </c:pt>
                <c:pt idx="42">
                  <c:v>2400000</c:v>
                </c:pt>
                <c:pt idx="43">
                  <c:v>525000</c:v>
                </c:pt>
                <c:pt idx="44">
                  <c:v>625000</c:v>
                </c:pt>
                <c:pt idx="45">
                  <c:v>605000</c:v>
                </c:pt>
                <c:pt idx="46">
                  <c:v>412000</c:v>
                </c:pt>
                <c:pt idx="47">
                  <c:v>625000</c:v>
                </c:pt>
                <c:pt idx="48">
                  <c:v>511000</c:v>
                </c:pt>
                <c:pt idx="49">
                  <c:v>1150000</c:v>
                </c:pt>
                <c:pt idx="50">
                  <c:v>885000</c:v>
                </c:pt>
                <c:pt idx="51">
                  <c:v>470000</c:v>
                </c:pt>
                <c:pt idx="52">
                  <c:v>1611000</c:v>
                </c:pt>
                <c:pt idx="53">
                  <c:v>475000</c:v>
                </c:pt>
                <c:pt idx="54">
                  <c:v>865000</c:v>
                </c:pt>
                <c:pt idx="55">
                  <c:v>2475000</c:v>
                </c:pt>
                <c:pt idx="56">
                  <c:v>400000</c:v>
                </c:pt>
                <c:pt idx="57">
                  <c:v>440000</c:v>
                </c:pt>
                <c:pt idx="58">
                  <c:v>2800000</c:v>
                </c:pt>
                <c:pt idx="59">
                  <c:v>645000</c:v>
                </c:pt>
                <c:pt idx="60">
                  <c:v>365000</c:v>
                </c:pt>
                <c:pt idx="61">
                  <c:v>1044999</c:v>
                </c:pt>
                <c:pt idx="62">
                  <c:v>515000</c:v>
                </c:pt>
                <c:pt idx="63">
                  <c:v>455000</c:v>
                </c:pt>
                <c:pt idx="64">
                  <c:v>1800000</c:v>
                </c:pt>
                <c:pt idx="65">
                  <c:v>3499000</c:v>
                </c:pt>
                <c:pt idx="66">
                  <c:v>190000</c:v>
                </c:pt>
                <c:pt idx="67">
                  <c:v>1250000</c:v>
                </c:pt>
                <c:pt idx="68">
                  <c:v>775000</c:v>
                </c:pt>
                <c:pt idx="69">
                  <c:v>825000</c:v>
                </c:pt>
                <c:pt idx="70">
                  <c:v>2250000</c:v>
                </c:pt>
                <c:pt idx="71">
                  <c:v>865000</c:v>
                </c:pt>
                <c:pt idx="72">
                  <c:v>299000</c:v>
                </c:pt>
                <c:pt idx="73">
                  <c:v>570000</c:v>
                </c:pt>
                <c:pt idx="74">
                  <c:v>385000</c:v>
                </c:pt>
                <c:pt idx="75">
                  <c:v>350000</c:v>
                </c:pt>
                <c:pt idx="76">
                  <c:v>2345000</c:v>
                </c:pt>
                <c:pt idx="77">
                  <c:v>1650000</c:v>
                </c:pt>
                <c:pt idx="78">
                  <c:v>1100000</c:v>
                </c:pt>
                <c:pt idx="79">
                  <c:v>2900000</c:v>
                </c:pt>
                <c:pt idx="80">
                  <c:v>545000</c:v>
                </c:pt>
                <c:pt idx="81">
                  <c:v>615000</c:v>
                </c:pt>
                <c:pt idx="82">
                  <c:v>890000</c:v>
                </c:pt>
                <c:pt idx="83">
                  <c:v>430000</c:v>
                </c:pt>
                <c:pt idx="84">
                  <c:v>1650000</c:v>
                </c:pt>
                <c:pt idx="85">
                  <c:v>1599000</c:v>
                </c:pt>
                <c:pt idx="86">
                  <c:v>691000</c:v>
                </c:pt>
                <c:pt idx="87">
                  <c:v>650000</c:v>
                </c:pt>
                <c:pt idx="88">
                  <c:v>415000</c:v>
                </c:pt>
                <c:pt idx="89">
                  <c:v>669000</c:v>
                </c:pt>
                <c:pt idx="90">
                  <c:v>2950000</c:v>
                </c:pt>
                <c:pt idx="91">
                  <c:v>3900000</c:v>
                </c:pt>
                <c:pt idx="92">
                  <c:v>16200000</c:v>
                </c:pt>
                <c:pt idx="93">
                  <c:v>5100000</c:v>
                </c:pt>
                <c:pt idx="94">
                  <c:v>525000</c:v>
                </c:pt>
                <c:pt idx="95">
                  <c:v>750000</c:v>
                </c:pt>
                <c:pt idx="96">
                  <c:v>445000</c:v>
                </c:pt>
                <c:pt idx="97">
                  <c:v>493000</c:v>
                </c:pt>
                <c:pt idx="98">
                  <c:v>611000</c:v>
                </c:pt>
                <c:pt idx="99">
                  <c:v>475000</c:v>
                </c:pt>
                <c:pt idx="100">
                  <c:v>925000</c:v>
                </c:pt>
                <c:pt idx="101">
                  <c:v>1325000</c:v>
                </c:pt>
                <c:pt idx="102">
                  <c:v>3900000</c:v>
                </c:pt>
                <c:pt idx="103">
                  <c:v>1299000</c:v>
                </c:pt>
                <c:pt idx="104">
                  <c:v>229000</c:v>
                </c:pt>
                <c:pt idx="105">
                  <c:v>1575000</c:v>
                </c:pt>
                <c:pt idx="106">
                  <c:v>375000</c:v>
                </c:pt>
                <c:pt idx="107">
                  <c:v>2250000</c:v>
                </c:pt>
                <c:pt idx="108">
                  <c:v>1400000</c:v>
                </c:pt>
                <c:pt idx="109">
                  <c:v>425000</c:v>
                </c:pt>
                <c:pt idx="110">
                  <c:v>250000</c:v>
                </c:pt>
                <c:pt idx="111">
                  <c:v>425000</c:v>
                </c:pt>
                <c:pt idx="112">
                  <c:v>120000</c:v>
                </c:pt>
                <c:pt idx="113">
                  <c:v>235000</c:v>
                </c:pt>
                <c:pt idx="114">
                  <c:v>3050000</c:v>
                </c:pt>
                <c:pt idx="115">
                  <c:v>2145000</c:v>
                </c:pt>
                <c:pt idx="116">
                  <c:v>1245000</c:v>
                </c:pt>
                <c:pt idx="117">
                  <c:v>549000</c:v>
                </c:pt>
                <c:pt idx="118">
                  <c:v>484999</c:v>
                </c:pt>
                <c:pt idx="119">
                  <c:v>415000</c:v>
                </c:pt>
                <c:pt idx="120">
                  <c:v>200000</c:v>
                </c:pt>
                <c:pt idx="121">
                  <c:v>375000</c:v>
                </c:pt>
                <c:pt idx="122">
                  <c:v>1375000</c:v>
                </c:pt>
                <c:pt idx="123">
                  <c:v>1875000</c:v>
                </c:pt>
                <c:pt idx="124">
                  <c:v>2950000</c:v>
                </c:pt>
                <c:pt idx="125">
                  <c:v>4900000</c:v>
                </c:pt>
                <c:pt idx="126">
                  <c:v>1050000</c:v>
                </c:pt>
                <c:pt idx="127">
                  <c:v>470000</c:v>
                </c:pt>
                <c:pt idx="128">
                  <c:v>345000</c:v>
                </c:pt>
                <c:pt idx="129">
                  <c:v>1490000</c:v>
                </c:pt>
                <c:pt idx="130">
                  <c:v>550000</c:v>
                </c:pt>
                <c:pt idx="131">
                  <c:v>484999</c:v>
                </c:pt>
                <c:pt idx="132">
                  <c:v>3350000</c:v>
                </c:pt>
                <c:pt idx="133">
                  <c:v>210000</c:v>
                </c:pt>
                <c:pt idx="134">
                  <c:v>5651000</c:v>
                </c:pt>
                <c:pt idx="135">
                  <c:v>890000</c:v>
                </c:pt>
                <c:pt idx="136">
                  <c:v>325000</c:v>
                </c:pt>
                <c:pt idx="137">
                  <c:v>1390000</c:v>
                </c:pt>
                <c:pt idx="138">
                  <c:v>459999</c:v>
                </c:pt>
                <c:pt idx="139">
                  <c:v>1075000</c:v>
                </c:pt>
                <c:pt idx="140">
                  <c:v>484999</c:v>
                </c:pt>
                <c:pt idx="141">
                  <c:v>385000</c:v>
                </c:pt>
                <c:pt idx="142">
                  <c:v>4400000</c:v>
                </c:pt>
                <c:pt idx="143">
                  <c:v>1050000</c:v>
                </c:pt>
                <c:pt idx="144">
                  <c:v>1575000</c:v>
                </c:pt>
                <c:pt idx="145">
                  <c:v>655000</c:v>
                </c:pt>
                <c:pt idx="146">
                  <c:v>4500000</c:v>
                </c:pt>
                <c:pt idx="147">
                  <c:v>865000</c:v>
                </c:pt>
                <c:pt idx="148">
                  <c:v>699000</c:v>
                </c:pt>
                <c:pt idx="149">
                  <c:v>425000</c:v>
                </c:pt>
                <c:pt idx="150">
                  <c:v>6500000</c:v>
                </c:pt>
                <c:pt idx="151">
                  <c:v>2900000</c:v>
                </c:pt>
                <c:pt idx="152">
                  <c:v>4550000</c:v>
                </c:pt>
                <c:pt idx="153">
                  <c:v>490000</c:v>
                </c:pt>
                <c:pt idx="154">
                  <c:v>11500000</c:v>
                </c:pt>
                <c:pt idx="155">
                  <c:v>1475000</c:v>
                </c:pt>
                <c:pt idx="156">
                  <c:v>1729000</c:v>
                </c:pt>
                <c:pt idx="157">
                  <c:v>1764999</c:v>
                </c:pt>
                <c:pt idx="158">
                  <c:v>250000</c:v>
                </c:pt>
                <c:pt idx="159">
                  <c:v>245000</c:v>
                </c:pt>
                <c:pt idx="160">
                  <c:v>490000</c:v>
                </c:pt>
                <c:pt idx="161">
                  <c:v>550000</c:v>
                </c:pt>
                <c:pt idx="162">
                  <c:v>675000</c:v>
                </c:pt>
                <c:pt idx="163">
                  <c:v>2225000</c:v>
                </c:pt>
                <c:pt idx="164">
                  <c:v>560000</c:v>
                </c:pt>
                <c:pt idx="165">
                  <c:v>225000</c:v>
                </c:pt>
                <c:pt idx="166">
                  <c:v>499000</c:v>
                </c:pt>
                <c:pt idx="167">
                  <c:v>1055000</c:v>
                </c:pt>
                <c:pt idx="168">
                  <c:v>2048999</c:v>
                </c:pt>
                <c:pt idx="169">
                  <c:v>2775000</c:v>
                </c:pt>
                <c:pt idx="170">
                  <c:v>1650000</c:v>
                </c:pt>
                <c:pt idx="171">
                  <c:v>350000</c:v>
                </c:pt>
                <c:pt idx="172">
                  <c:v>1450000</c:v>
                </c:pt>
                <c:pt idx="173">
                  <c:v>600000</c:v>
                </c:pt>
                <c:pt idx="174">
                  <c:v>1250000</c:v>
                </c:pt>
                <c:pt idx="175">
                  <c:v>1675000</c:v>
                </c:pt>
                <c:pt idx="176">
                  <c:v>575000</c:v>
                </c:pt>
                <c:pt idx="177">
                  <c:v>699000</c:v>
                </c:pt>
                <c:pt idx="178">
                  <c:v>2450000</c:v>
                </c:pt>
                <c:pt idx="179">
                  <c:v>2775000</c:v>
                </c:pt>
                <c:pt idx="180">
                  <c:v>430000</c:v>
                </c:pt>
                <c:pt idx="181">
                  <c:v>1165000</c:v>
                </c:pt>
                <c:pt idx="182">
                  <c:v>1780000</c:v>
                </c:pt>
                <c:pt idx="183">
                  <c:v>295000</c:v>
                </c:pt>
                <c:pt idx="184">
                  <c:v>495000</c:v>
                </c:pt>
                <c:pt idx="185">
                  <c:v>975000</c:v>
                </c:pt>
                <c:pt idx="186">
                  <c:v>645000</c:v>
                </c:pt>
                <c:pt idx="187">
                  <c:v>425000</c:v>
                </c:pt>
                <c:pt idx="188">
                  <c:v>1350000</c:v>
                </c:pt>
                <c:pt idx="189">
                  <c:v>3200000</c:v>
                </c:pt>
                <c:pt idx="190">
                  <c:v>1250000</c:v>
                </c:pt>
                <c:pt idx="191">
                  <c:v>5600000</c:v>
                </c:pt>
                <c:pt idx="192">
                  <c:v>560000</c:v>
                </c:pt>
                <c:pt idx="193">
                  <c:v>1221000</c:v>
                </c:pt>
                <c:pt idx="194">
                  <c:v>2975000</c:v>
                </c:pt>
                <c:pt idx="195">
                  <c:v>295000</c:v>
                </c:pt>
                <c:pt idx="196">
                  <c:v>1300000</c:v>
                </c:pt>
                <c:pt idx="197">
                  <c:v>950000</c:v>
                </c:pt>
                <c:pt idx="198">
                  <c:v>1350000</c:v>
                </c:pt>
                <c:pt idx="199">
                  <c:v>2682000</c:v>
                </c:pt>
                <c:pt idx="200">
                  <c:v>286000</c:v>
                </c:pt>
                <c:pt idx="201">
                  <c:v>340000</c:v>
                </c:pt>
                <c:pt idx="202">
                  <c:v>1125000</c:v>
                </c:pt>
                <c:pt idx="203">
                  <c:v>580000</c:v>
                </c:pt>
                <c:pt idx="204">
                  <c:v>495000</c:v>
                </c:pt>
                <c:pt idx="205">
                  <c:v>550000</c:v>
                </c:pt>
                <c:pt idx="206">
                  <c:v>1485000</c:v>
                </c:pt>
                <c:pt idx="207">
                  <c:v>885000</c:v>
                </c:pt>
                <c:pt idx="208">
                  <c:v>715000</c:v>
                </c:pt>
                <c:pt idx="209">
                  <c:v>2485000</c:v>
                </c:pt>
                <c:pt idx="210">
                  <c:v>2250000</c:v>
                </c:pt>
                <c:pt idx="211">
                  <c:v>3600000</c:v>
                </c:pt>
                <c:pt idx="212">
                  <c:v>375000</c:v>
                </c:pt>
                <c:pt idx="213">
                  <c:v>7200000</c:v>
                </c:pt>
                <c:pt idx="214">
                  <c:v>2395000</c:v>
                </c:pt>
                <c:pt idx="215">
                  <c:v>1775000</c:v>
                </c:pt>
                <c:pt idx="216">
                  <c:v>275000</c:v>
                </c:pt>
                <c:pt idx="217">
                  <c:v>325000</c:v>
                </c:pt>
                <c:pt idx="218">
                  <c:v>425000</c:v>
                </c:pt>
                <c:pt idx="219">
                  <c:v>1475000</c:v>
                </c:pt>
                <c:pt idx="220">
                  <c:v>1580000</c:v>
                </c:pt>
                <c:pt idx="221">
                  <c:v>869000</c:v>
                </c:pt>
                <c:pt idx="222">
                  <c:v>1900000</c:v>
                </c:pt>
                <c:pt idx="223">
                  <c:v>9000000</c:v>
                </c:pt>
                <c:pt idx="224">
                  <c:v>3500000</c:v>
                </c:pt>
                <c:pt idx="225">
                  <c:v>2425000</c:v>
                </c:pt>
                <c:pt idx="226">
                  <c:v>5811000</c:v>
                </c:pt>
                <c:pt idx="227">
                  <c:v>750000</c:v>
                </c:pt>
                <c:pt idx="228">
                  <c:v>2200000</c:v>
                </c:pt>
                <c:pt idx="229">
                  <c:v>520000</c:v>
                </c:pt>
                <c:pt idx="230">
                  <c:v>390000</c:v>
                </c:pt>
                <c:pt idx="231">
                  <c:v>540000</c:v>
                </c:pt>
                <c:pt idx="232">
                  <c:v>699000</c:v>
                </c:pt>
                <c:pt idx="233">
                  <c:v>484999</c:v>
                </c:pt>
                <c:pt idx="234">
                  <c:v>7500000</c:v>
                </c:pt>
                <c:pt idx="235">
                  <c:v>850000</c:v>
                </c:pt>
                <c:pt idx="236">
                  <c:v>1085000</c:v>
                </c:pt>
                <c:pt idx="237">
                  <c:v>319000</c:v>
                </c:pt>
                <c:pt idx="238">
                  <c:v>549000</c:v>
                </c:pt>
                <c:pt idx="239">
                  <c:v>1725000</c:v>
                </c:pt>
                <c:pt idx="240">
                  <c:v>475000</c:v>
                </c:pt>
                <c:pt idx="241">
                  <c:v>890000</c:v>
                </c:pt>
                <c:pt idx="242">
                  <c:v>235000</c:v>
                </c:pt>
                <c:pt idx="243">
                  <c:v>445000</c:v>
                </c:pt>
                <c:pt idx="244">
                  <c:v>690000</c:v>
                </c:pt>
                <c:pt idx="245">
                  <c:v>4200000</c:v>
                </c:pt>
                <c:pt idx="246">
                  <c:v>2950000</c:v>
                </c:pt>
                <c:pt idx="247">
                  <c:v>12500000</c:v>
                </c:pt>
                <c:pt idx="248">
                  <c:v>1750000</c:v>
                </c:pt>
                <c:pt idx="249">
                  <c:v>395000</c:v>
                </c:pt>
                <c:pt idx="250">
                  <c:v>2790000</c:v>
                </c:pt>
                <c:pt idx="251">
                  <c:v>2475000</c:v>
                </c:pt>
                <c:pt idx="252">
                  <c:v>145000</c:v>
                </c:pt>
                <c:pt idx="253">
                  <c:v>750000</c:v>
                </c:pt>
                <c:pt idx="254">
                  <c:v>800000</c:v>
                </c:pt>
                <c:pt idx="255">
                  <c:v>950000</c:v>
                </c:pt>
                <c:pt idx="256">
                  <c:v>569000</c:v>
                </c:pt>
                <c:pt idx="257">
                  <c:v>470000</c:v>
                </c:pt>
                <c:pt idx="258">
                  <c:v>5350000</c:v>
                </c:pt>
                <c:pt idx="259">
                  <c:v>450000</c:v>
                </c:pt>
                <c:pt idx="260">
                  <c:v>299000</c:v>
                </c:pt>
                <c:pt idx="261">
                  <c:v>1875000</c:v>
                </c:pt>
                <c:pt idx="262">
                  <c:v>1825000</c:v>
                </c:pt>
                <c:pt idx="263">
                  <c:v>4459000</c:v>
                </c:pt>
                <c:pt idx="264">
                  <c:v>1195000</c:v>
                </c:pt>
                <c:pt idx="265">
                  <c:v>790000</c:v>
                </c:pt>
                <c:pt idx="266">
                  <c:v>1095000</c:v>
                </c:pt>
                <c:pt idx="267">
                  <c:v>1950000</c:v>
                </c:pt>
                <c:pt idx="268">
                  <c:v>525000</c:v>
                </c:pt>
                <c:pt idx="269">
                  <c:v>2100000</c:v>
                </c:pt>
                <c:pt idx="270">
                  <c:v>270000</c:v>
                </c:pt>
                <c:pt idx="271">
                  <c:v>894999</c:v>
                </c:pt>
                <c:pt idx="272">
                  <c:v>335000</c:v>
                </c:pt>
                <c:pt idx="273">
                  <c:v>1000000</c:v>
                </c:pt>
                <c:pt idx="274">
                  <c:v>220000</c:v>
                </c:pt>
                <c:pt idx="275">
                  <c:v>960000</c:v>
                </c:pt>
                <c:pt idx="276">
                  <c:v>7200000</c:v>
                </c:pt>
                <c:pt idx="277">
                  <c:v>1300000</c:v>
                </c:pt>
                <c:pt idx="278">
                  <c:v>375000</c:v>
                </c:pt>
                <c:pt idx="279">
                  <c:v>300000</c:v>
                </c:pt>
                <c:pt idx="280">
                  <c:v>3299000</c:v>
                </c:pt>
                <c:pt idx="281">
                  <c:v>565000</c:v>
                </c:pt>
                <c:pt idx="282">
                  <c:v>1798999</c:v>
                </c:pt>
                <c:pt idx="283">
                  <c:v>189000</c:v>
                </c:pt>
                <c:pt idx="284">
                  <c:v>1875000</c:v>
                </c:pt>
                <c:pt idx="285">
                  <c:v>545000</c:v>
                </c:pt>
                <c:pt idx="286">
                  <c:v>1085000</c:v>
                </c:pt>
                <c:pt idx="287">
                  <c:v>725000</c:v>
                </c:pt>
                <c:pt idx="288">
                  <c:v>1090000</c:v>
                </c:pt>
                <c:pt idx="289">
                  <c:v>900000</c:v>
                </c:pt>
                <c:pt idx="290">
                  <c:v>3400000</c:v>
                </c:pt>
                <c:pt idx="291">
                  <c:v>295000</c:v>
                </c:pt>
                <c:pt idx="292">
                  <c:v>2251000</c:v>
                </c:pt>
                <c:pt idx="293">
                  <c:v>430000</c:v>
                </c:pt>
                <c:pt idx="294">
                  <c:v>600000</c:v>
                </c:pt>
                <c:pt idx="295">
                  <c:v>1595000</c:v>
                </c:pt>
                <c:pt idx="296">
                  <c:v>290000</c:v>
                </c:pt>
                <c:pt idx="297">
                  <c:v>375000</c:v>
                </c:pt>
                <c:pt idx="298">
                  <c:v>1525000</c:v>
                </c:pt>
                <c:pt idx="299">
                  <c:v>2675000</c:v>
                </c:pt>
                <c:pt idx="300">
                  <c:v>545000</c:v>
                </c:pt>
                <c:pt idx="301">
                  <c:v>7900000</c:v>
                </c:pt>
                <c:pt idx="302">
                  <c:v>195000</c:v>
                </c:pt>
                <c:pt idx="303">
                  <c:v>4550000</c:v>
                </c:pt>
                <c:pt idx="304">
                  <c:v>2499000</c:v>
                </c:pt>
                <c:pt idx="305">
                  <c:v>210000</c:v>
                </c:pt>
                <c:pt idx="306">
                  <c:v>1097000</c:v>
                </c:pt>
                <c:pt idx="307">
                  <c:v>1095000</c:v>
                </c:pt>
                <c:pt idx="308">
                  <c:v>325000</c:v>
                </c:pt>
                <c:pt idx="309">
                  <c:v>1375000</c:v>
                </c:pt>
                <c:pt idx="310">
                  <c:v>975000</c:v>
                </c:pt>
                <c:pt idx="311">
                  <c:v>745000</c:v>
                </c:pt>
                <c:pt idx="312">
                  <c:v>2175000</c:v>
                </c:pt>
                <c:pt idx="313">
                  <c:v>500000</c:v>
                </c:pt>
                <c:pt idx="314">
                  <c:v>625000</c:v>
                </c:pt>
                <c:pt idx="315">
                  <c:v>250000</c:v>
                </c:pt>
                <c:pt idx="316">
                  <c:v>650000</c:v>
                </c:pt>
                <c:pt idx="317">
                  <c:v>310000</c:v>
                </c:pt>
                <c:pt idx="318">
                  <c:v>600000</c:v>
                </c:pt>
                <c:pt idx="319">
                  <c:v>1400000</c:v>
                </c:pt>
                <c:pt idx="320">
                  <c:v>295000</c:v>
                </c:pt>
                <c:pt idx="321">
                  <c:v>484999</c:v>
                </c:pt>
                <c:pt idx="322">
                  <c:v>4250000</c:v>
                </c:pt>
                <c:pt idx="323">
                  <c:v>1550000</c:v>
                </c:pt>
                <c:pt idx="324">
                  <c:v>375000</c:v>
                </c:pt>
                <c:pt idx="325">
                  <c:v>1625000</c:v>
                </c:pt>
                <c:pt idx="326">
                  <c:v>4250000</c:v>
                </c:pt>
                <c:pt idx="327">
                  <c:v>480000</c:v>
                </c:pt>
                <c:pt idx="328">
                  <c:v>590000</c:v>
                </c:pt>
                <c:pt idx="329">
                  <c:v>561000</c:v>
                </c:pt>
                <c:pt idx="330">
                  <c:v>725000</c:v>
                </c:pt>
                <c:pt idx="331">
                  <c:v>645000</c:v>
                </c:pt>
                <c:pt idx="332">
                  <c:v>1695000</c:v>
                </c:pt>
                <c:pt idx="333">
                  <c:v>450000</c:v>
                </c:pt>
                <c:pt idx="334">
                  <c:v>1375000</c:v>
                </c:pt>
                <c:pt idx="335">
                  <c:v>1700000</c:v>
                </c:pt>
                <c:pt idx="336">
                  <c:v>525000</c:v>
                </c:pt>
                <c:pt idx="337">
                  <c:v>590000</c:v>
                </c:pt>
                <c:pt idx="338">
                  <c:v>1495000</c:v>
                </c:pt>
                <c:pt idx="339">
                  <c:v>3300000</c:v>
                </c:pt>
                <c:pt idx="340">
                  <c:v>385000</c:v>
                </c:pt>
                <c:pt idx="341">
                  <c:v>535000</c:v>
                </c:pt>
                <c:pt idx="342">
                  <c:v>875000</c:v>
                </c:pt>
                <c:pt idx="343">
                  <c:v>295000</c:v>
                </c:pt>
                <c:pt idx="344">
                  <c:v>235000</c:v>
                </c:pt>
                <c:pt idx="345">
                  <c:v>969999</c:v>
                </c:pt>
                <c:pt idx="346">
                  <c:v>1700000</c:v>
                </c:pt>
                <c:pt idx="347">
                  <c:v>1789999</c:v>
                </c:pt>
                <c:pt idx="348">
                  <c:v>1964999</c:v>
                </c:pt>
                <c:pt idx="349">
                  <c:v>4000000</c:v>
                </c:pt>
                <c:pt idx="350">
                  <c:v>484999</c:v>
                </c:pt>
                <c:pt idx="351">
                  <c:v>580000</c:v>
                </c:pt>
                <c:pt idx="352">
                  <c:v>450000</c:v>
                </c:pt>
                <c:pt idx="353">
                  <c:v>355000</c:v>
                </c:pt>
                <c:pt idx="354">
                  <c:v>2375000</c:v>
                </c:pt>
                <c:pt idx="355">
                  <c:v>6500000</c:v>
                </c:pt>
                <c:pt idx="356">
                  <c:v>1050000</c:v>
                </c:pt>
                <c:pt idx="357">
                  <c:v>445000</c:v>
                </c:pt>
                <c:pt idx="358">
                  <c:v>495000</c:v>
                </c:pt>
                <c:pt idx="359">
                  <c:v>275000</c:v>
                </c:pt>
                <c:pt idx="360">
                  <c:v>465000</c:v>
                </c:pt>
                <c:pt idx="361">
                  <c:v>1050000</c:v>
                </c:pt>
                <c:pt idx="362">
                  <c:v>4900000</c:v>
                </c:pt>
                <c:pt idx="363">
                  <c:v>695000</c:v>
                </c:pt>
                <c:pt idx="364">
                  <c:v>3210000</c:v>
                </c:pt>
                <c:pt idx="365">
                  <c:v>269000</c:v>
                </c:pt>
                <c:pt idx="366">
                  <c:v>445000</c:v>
                </c:pt>
                <c:pt idx="367">
                  <c:v>5950000</c:v>
                </c:pt>
                <c:pt idx="368">
                  <c:v>3800000</c:v>
                </c:pt>
                <c:pt idx="369">
                  <c:v>1000000</c:v>
                </c:pt>
                <c:pt idx="370">
                  <c:v>1490000</c:v>
                </c:pt>
                <c:pt idx="371">
                  <c:v>1550000</c:v>
                </c:pt>
                <c:pt idx="372">
                  <c:v>199000</c:v>
                </c:pt>
                <c:pt idx="373">
                  <c:v>575000</c:v>
                </c:pt>
                <c:pt idx="374">
                  <c:v>484999</c:v>
                </c:pt>
                <c:pt idx="375">
                  <c:v>425000</c:v>
                </c:pt>
                <c:pt idx="376">
                  <c:v>1150000</c:v>
                </c:pt>
                <c:pt idx="377">
                  <c:v>3195000</c:v>
                </c:pt>
                <c:pt idx="378">
                  <c:v>725000</c:v>
                </c:pt>
                <c:pt idx="379">
                  <c:v>2450000</c:v>
                </c:pt>
                <c:pt idx="380">
                  <c:v>741000</c:v>
                </c:pt>
                <c:pt idx="381">
                  <c:v>7350000</c:v>
                </c:pt>
                <c:pt idx="382">
                  <c:v>1550000</c:v>
                </c:pt>
                <c:pt idx="383">
                  <c:v>645000</c:v>
                </c:pt>
                <c:pt idx="384">
                  <c:v>550000</c:v>
                </c:pt>
                <c:pt idx="385">
                  <c:v>595000</c:v>
                </c:pt>
                <c:pt idx="386">
                  <c:v>1595000</c:v>
                </c:pt>
                <c:pt idx="387">
                  <c:v>500000</c:v>
                </c:pt>
                <c:pt idx="388">
                  <c:v>345000</c:v>
                </c:pt>
                <c:pt idx="389">
                  <c:v>299000</c:v>
                </c:pt>
                <c:pt idx="390">
                  <c:v>160000</c:v>
                </c:pt>
                <c:pt idx="391">
                  <c:v>570000</c:v>
                </c:pt>
                <c:pt idx="392">
                  <c:v>800000</c:v>
                </c:pt>
                <c:pt idx="393">
                  <c:v>440000</c:v>
                </c:pt>
                <c:pt idx="394">
                  <c:v>509999</c:v>
                </c:pt>
                <c:pt idx="395">
                  <c:v>315000</c:v>
                </c:pt>
                <c:pt idx="396">
                  <c:v>227000</c:v>
                </c:pt>
                <c:pt idx="397">
                  <c:v>1850000</c:v>
                </c:pt>
                <c:pt idx="398">
                  <c:v>610000</c:v>
                </c:pt>
                <c:pt idx="399">
                  <c:v>1995000</c:v>
                </c:pt>
                <c:pt idx="400">
                  <c:v>1875000</c:v>
                </c:pt>
                <c:pt idx="401">
                  <c:v>1748999</c:v>
                </c:pt>
                <c:pt idx="402">
                  <c:v>640000</c:v>
                </c:pt>
                <c:pt idx="403">
                  <c:v>779000</c:v>
                </c:pt>
                <c:pt idx="404">
                  <c:v>1450000</c:v>
                </c:pt>
                <c:pt idx="405">
                  <c:v>890000</c:v>
                </c:pt>
                <c:pt idx="406">
                  <c:v>625000</c:v>
                </c:pt>
                <c:pt idx="407">
                  <c:v>8500000</c:v>
                </c:pt>
                <c:pt idx="408">
                  <c:v>2900000</c:v>
                </c:pt>
                <c:pt idx="409">
                  <c:v>434999</c:v>
                </c:pt>
                <c:pt idx="410">
                  <c:v>4550000</c:v>
                </c:pt>
                <c:pt idx="411">
                  <c:v>2500000</c:v>
                </c:pt>
                <c:pt idx="412">
                  <c:v>249000</c:v>
                </c:pt>
                <c:pt idx="413">
                  <c:v>270000</c:v>
                </c:pt>
                <c:pt idx="414">
                  <c:v>825000</c:v>
                </c:pt>
                <c:pt idx="415">
                  <c:v>425000</c:v>
                </c:pt>
                <c:pt idx="416">
                  <c:v>459999</c:v>
                </c:pt>
                <c:pt idx="417">
                  <c:v>980000</c:v>
                </c:pt>
                <c:pt idx="418">
                  <c:v>789000</c:v>
                </c:pt>
                <c:pt idx="419">
                  <c:v>5100000</c:v>
                </c:pt>
                <c:pt idx="420">
                  <c:v>775000</c:v>
                </c:pt>
                <c:pt idx="421">
                  <c:v>1400000</c:v>
                </c:pt>
                <c:pt idx="422">
                  <c:v>770000</c:v>
                </c:pt>
                <c:pt idx="423">
                  <c:v>445000</c:v>
                </c:pt>
                <c:pt idx="424">
                  <c:v>450000</c:v>
                </c:pt>
                <c:pt idx="425">
                  <c:v>840000</c:v>
                </c:pt>
                <c:pt idx="426">
                  <c:v>18500000</c:v>
                </c:pt>
                <c:pt idx="427">
                  <c:v>4000000</c:v>
                </c:pt>
                <c:pt idx="428">
                  <c:v>690000</c:v>
                </c:pt>
                <c:pt idx="429">
                  <c:v>2800000</c:v>
                </c:pt>
                <c:pt idx="430">
                  <c:v>525000</c:v>
                </c:pt>
                <c:pt idx="431">
                  <c:v>285000</c:v>
                </c:pt>
                <c:pt idx="432">
                  <c:v>7780000</c:v>
                </c:pt>
                <c:pt idx="433">
                  <c:v>1989999</c:v>
                </c:pt>
                <c:pt idx="434">
                  <c:v>1200000</c:v>
                </c:pt>
                <c:pt idx="435">
                  <c:v>620000</c:v>
                </c:pt>
                <c:pt idx="436">
                  <c:v>5200000</c:v>
                </c:pt>
                <c:pt idx="437">
                  <c:v>1998999</c:v>
                </c:pt>
                <c:pt idx="438">
                  <c:v>2725000</c:v>
                </c:pt>
                <c:pt idx="439">
                  <c:v>590000</c:v>
                </c:pt>
                <c:pt idx="440">
                  <c:v>1489000</c:v>
                </c:pt>
                <c:pt idx="441">
                  <c:v>685000</c:v>
                </c:pt>
                <c:pt idx="442">
                  <c:v>1121000</c:v>
                </c:pt>
                <c:pt idx="443">
                  <c:v>114999</c:v>
                </c:pt>
                <c:pt idx="444">
                  <c:v>545000</c:v>
                </c:pt>
                <c:pt idx="445">
                  <c:v>1350000</c:v>
                </c:pt>
                <c:pt idx="446">
                  <c:v>1299000</c:v>
                </c:pt>
                <c:pt idx="447">
                  <c:v>450000</c:v>
                </c:pt>
                <c:pt idx="448">
                  <c:v>9000000</c:v>
                </c:pt>
                <c:pt idx="449">
                  <c:v>550000</c:v>
                </c:pt>
                <c:pt idx="450">
                  <c:v>445000</c:v>
                </c:pt>
                <c:pt idx="451">
                  <c:v>495000</c:v>
                </c:pt>
                <c:pt idx="452">
                  <c:v>360000</c:v>
                </c:pt>
                <c:pt idx="453">
                  <c:v>345000</c:v>
                </c:pt>
                <c:pt idx="454">
                  <c:v>565000</c:v>
                </c:pt>
                <c:pt idx="455">
                  <c:v>9390000</c:v>
                </c:pt>
                <c:pt idx="456">
                  <c:v>615000</c:v>
                </c:pt>
                <c:pt idx="457">
                  <c:v>525000</c:v>
                </c:pt>
                <c:pt idx="458">
                  <c:v>2650000</c:v>
                </c:pt>
                <c:pt idx="459">
                  <c:v>3785000</c:v>
                </c:pt>
                <c:pt idx="460">
                  <c:v>1500000</c:v>
                </c:pt>
                <c:pt idx="461">
                  <c:v>1175000</c:v>
                </c:pt>
                <c:pt idx="462">
                  <c:v>6400000</c:v>
                </c:pt>
                <c:pt idx="463">
                  <c:v>1450000</c:v>
                </c:pt>
                <c:pt idx="464">
                  <c:v>4900000</c:v>
                </c:pt>
                <c:pt idx="465">
                  <c:v>1390000</c:v>
                </c:pt>
                <c:pt idx="466">
                  <c:v>35000000</c:v>
                </c:pt>
                <c:pt idx="467">
                  <c:v>2990000</c:v>
                </c:pt>
                <c:pt idx="468">
                  <c:v>2150000</c:v>
                </c:pt>
                <c:pt idx="469">
                  <c:v>315000</c:v>
                </c:pt>
                <c:pt idx="470">
                  <c:v>71001</c:v>
                </c:pt>
                <c:pt idx="471">
                  <c:v>295000</c:v>
                </c:pt>
                <c:pt idx="472">
                  <c:v>8500000</c:v>
                </c:pt>
                <c:pt idx="473">
                  <c:v>400000</c:v>
                </c:pt>
                <c:pt idx="474">
                  <c:v>49000</c:v>
                </c:pt>
                <c:pt idx="475">
                  <c:v>379000</c:v>
                </c:pt>
                <c:pt idx="476">
                  <c:v>1075000</c:v>
                </c:pt>
                <c:pt idx="477">
                  <c:v>7500000</c:v>
                </c:pt>
                <c:pt idx="478">
                  <c:v>950000</c:v>
                </c:pt>
                <c:pt idx="479">
                  <c:v>825000</c:v>
                </c:pt>
                <c:pt idx="480">
                  <c:v>1300000</c:v>
                </c:pt>
                <c:pt idx="481">
                  <c:v>465000</c:v>
                </c:pt>
                <c:pt idx="482">
                  <c:v>475000</c:v>
                </c:pt>
                <c:pt idx="483">
                  <c:v>1775000</c:v>
                </c:pt>
                <c:pt idx="484">
                  <c:v>3450000</c:v>
                </c:pt>
                <c:pt idx="485">
                  <c:v>379000</c:v>
                </c:pt>
                <c:pt idx="486">
                  <c:v>240000</c:v>
                </c:pt>
                <c:pt idx="487">
                  <c:v>1525000</c:v>
                </c:pt>
                <c:pt idx="488">
                  <c:v>1400000</c:v>
                </c:pt>
                <c:pt idx="489">
                  <c:v>1044999</c:v>
                </c:pt>
                <c:pt idx="490">
                  <c:v>24000000</c:v>
                </c:pt>
                <c:pt idx="491">
                  <c:v>2450000</c:v>
                </c:pt>
                <c:pt idx="492">
                  <c:v>1789999</c:v>
                </c:pt>
                <c:pt idx="493">
                  <c:v>4275000</c:v>
                </c:pt>
                <c:pt idx="494">
                  <c:v>775000</c:v>
                </c:pt>
                <c:pt idx="495">
                  <c:v>229999</c:v>
                </c:pt>
                <c:pt idx="496">
                  <c:v>280000</c:v>
                </c:pt>
                <c:pt idx="497">
                  <c:v>300000</c:v>
                </c:pt>
                <c:pt idx="498">
                  <c:v>160000</c:v>
                </c:pt>
                <c:pt idx="499">
                  <c:v>150000</c:v>
                </c:pt>
                <c:pt idx="500">
                  <c:v>8300000</c:v>
                </c:pt>
                <c:pt idx="501">
                  <c:v>1685000</c:v>
                </c:pt>
                <c:pt idx="502">
                  <c:v>270000</c:v>
                </c:pt>
                <c:pt idx="503">
                  <c:v>210000</c:v>
                </c:pt>
                <c:pt idx="504">
                  <c:v>625000</c:v>
                </c:pt>
                <c:pt idx="505">
                  <c:v>6900000</c:v>
                </c:pt>
                <c:pt idx="506">
                  <c:v>1490000</c:v>
                </c:pt>
                <c:pt idx="507">
                  <c:v>1095000</c:v>
                </c:pt>
                <c:pt idx="508">
                  <c:v>850000</c:v>
                </c:pt>
                <c:pt idx="509">
                  <c:v>265000</c:v>
                </c:pt>
                <c:pt idx="510">
                  <c:v>360000</c:v>
                </c:pt>
                <c:pt idx="511">
                  <c:v>350000</c:v>
                </c:pt>
                <c:pt idx="512">
                  <c:v>1485000</c:v>
                </c:pt>
                <c:pt idx="513">
                  <c:v>800000</c:v>
                </c:pt>
                <c:pt idx="514">
                  <c:v>710000</c:v>
                </c:pt>
                <c:pt idx="515">
                  <c:v>710000</c:v>
                </c:pt>
                <c:pt idx="516">
                  <c:v>720000</c:v>
                </c:pt>
                <c:pt idx="517">
                  <c:v>395000</c:v>
                </c:pt>
                <c:pt idx="518">
                  <c:v>2799000</c:v>
                </c:pt>
                <c:pt idx="519">
                  <c:v>455000</c:v>
                </c:pt>
                <c:pt idx="520">
                  <c:v>690000</c:v>
                </c:pt>
                <c:pt idx="521">
                  <c:v>13000000</c:v>
                </c:pt>
                <c:pt idx="522">
                  <c:v>1995000</c:v>
                </c:pt>
                <c:pt idx="523">
                  <c:v>1750000</c:v>
                </c:pt>
                <c:pt idx="524">
                  <c:v>2900000</c:v>
                </c:pt>
                <c:pt idx="525">
                  <c:v>4500000</c:v>
                </c:pt>
                <c:pt idx="526">
                  <c:v>450000</c:v>
                </c:pt>
                <c:pt idx="527">
                  <c:v>2149000</c:v>
                </c:pt>
                <c:pt idx="528">
                  <c:v>4200000</c:v>
                </c:pt>
                <c:pt idx="529">
                  <c:v>860000</c:v>
                </c:pt>
                <c:pt idx="530">
                  <c:v>875000</c:v>
                </c:pt>
                <c:pt idx="531">
                  <c:v>580000</c:v>
                </c:pt>
                <c:pt idx="532">
                  <c:v>3500000</c:v>
                </c:pt>
                <c:pt idx="533">
                  <c:v>229999</c:v>
                </c:pt>
                <c:pt idx="534">
                  <c:v>1513000</c:v>
                </c:pt>
                <c:pt idx="535">
                  <c:v>234000</c:v>
                </c:pt>
                <c:pt idx="536">
                  <c:v>320000</c:v>
                </c:pt>
                <c:pt idx="537">
                  <c:v>5975000</c:v>
                </c:pt>
                <c:pt idx="538">
                  <c:v>1025000</c:v>
                </c:pt>
                <c:pt idx="539">
                  <c:v>169000</c:v>
                </c:pt>
                <c:pt idx="540">
                  <c:v>630000</c:v>
                </c:pt>
                <c:pt idx="541">
                  <c:v>1090000</c:v>
                </c:pt>
                <c:pt idx="542">
                  <c:v>700000</c:v>
                </c:pt>
                <c:pt idx="543">
                  <c:v>661000</c:v>
                </c:pt>
                <c:pt idx="544">
                  <c:v>250999</c:v>
                </c:pt>
                <c:pt idx="545">
                  <c:v>565000</c:v>
                </c:pt>
                <c:pt idx="546">
                  <c:v>750000</c:v>
                </c:pt>
                <c:pt idx="547">
                  <c:v>1850000</c:v>
                </c:pt>
                <c:pt idx="548">
                  <c:v>850000</c:v>
                </c:pt>
                <c:pt idx="549">
                  <c:v>535000</c:v>
                </c:pt>
                <c:pt idx="550">
                  <c:v>345000</c:v>
                </c:pt>
                <c:pt idx="551">
                  <c:v>770000</c:v>
                </c:pt>
                <c:pt idx="552">
                  <c:v>3650000</c:v>
                </c:pt>
                <c:pt idx="553">
                  <c:v>1195000</c:v>
                </c:pt>
                <c:pt idx="554">
                  <c:v>1650000</c:v>
                </c:pt>
                <c:pt idx="555">
                  <c:v>3199000</c:v>
                </c:pt>
                <c:pt idx="556">
                  <c:v>7100000</c:v>
                </c:pt>
                <c:pt idx="557">
                  <c:v>625000</c:v>
                </c:pt>
                <c:pt idx="558">
                  <c:v>745000</c:v>
                </c:pt>
                <c:pt idx="559">
                  <c:v>551000</c:v>
                </c:pt>
                <c:pt idx="560">
                  <c:v>5950000</c:v>
                </c:pt>
                <c:pt idx="561">
                  <c:v>22000000</c:v>
                </c:pt>
                <c:pt idx="562">
                  <c:v>3300000</c:v>
                </c:pt>
                <c:pt idx="563">
                  <c:v>3250000</c:v>
                </c:pt>
                <c:pt idx="564">
                  <c:v>690000</c:v>
                </c:pt>
                <c:pt idx="565">
                  <c:v>894999</c:v>
                </c:pt>
                <c:pt idx="566">
                  <c:v>550000</c:v>
                </c:pt>
                <c:pt idx="567">
                  <c:v>399000</c:v>
                </c:pt>
                <c:pt idx="568">
                  <c:v>1275000</c:v>
                </c:pt>
                <c:pt idx="569">
                  <c:v>535000</c:v>
                </c:pt>
                <c:pt idx="570">
                  <c:v>825000</c:v>
                </c:pt>
                <c:pt idx="571">
                  <c:v>585000</c:v>
                </c:pt>
                <c:pt idx="572">
                  <c:v>675000</c:v>
                </c:pt>
                <c:pt idx="573">
                  <c:v>795000</c:v>
                </c:pt>
                <c:pt idx="574">
                  <c:v>6500000</c:v>
                </c:pt>
                <c:pt idx="575">
                  <c:v>611000</c:v>
                </c:pt>
                <c:pt idx="576">
                  <c:v>390000</c:v>
                </c:pt>
                <c:pt idx="577">
                  <c:v>650000</c:v>
                </c:pt>
                <c:pt idx="578">
                  <c:v>390000</c:v>
                </c:pt>
                <c:pt idx="579">
                  <c:v>2400000</c:v>
                </c:pt>
                <c:pt idx="580">
                  <c:v>385000</c:v>
                </c:pt>
                <c:pt idx="581">
                  <c:v>649000</c:v>
                </c:pt>
                <c:pt idx="582">
                  <c:v>3499000</c:v>
                </c:pt>
                <c:pt idx="583">
                  <c:v>2900000</c:v>
                </c:pt>
                <c:pt idx="584">
                  <c:v>400000</c:v>
                </c:pt>
                <c:pt idx="585">
                  <c:v>599000</c:v>
                </c:pt>
                <c:pt idx="586">
                  <c:v>2980000</c:v>
                </c:pt>
                <c:pt idx="587">
                  <c:v>3500000</c:v>
                </c:pt>
                <c:pt idx="588">
                  <c:v>400000</c:v>
                </c:pt>
                <c:pt idx="589">
                  <c:v>6975000</c:v>
                </c:pt>
                <c:pt idx="590">
                  <c:v>745000</c:v>
                </c:pt>
                <c:pt idx="591">
                  <c:v>5400000</c:v>
                </c:pt>
                <c:pt idx="592">
                  <c:v>3700000</c:v>
                </c:pt>
                <c:pt idx="593">
                  <c:v>445000</c:v>
                </c:pt>
                <c:pt idx="594">
                  <c:v>1475000</c:v>
                </c:pt>
                <c:pt idx="595">
                  <c:v>2800000</c:v>
                </c:pt>
                <c:pt idx="596">
                  <c:v>190000</c:v>
                </c:pt>
                <c:pt idx="597">
                  <c:v>600000</c:v>
                </c:pt>
                <c:pt idx="598">
                  <c:v>1835000</c:v>
                </c:pt>
                <c:pt idx="599">
                  <c:v>550000</c:v>
                </c:pt>
                <c:pt idx="600">
                  <c:v>715000</c:v>
                </c:pt>
                <c:pt idx="601">
                  <c:v>2540000</c:v>
                </c:pt>
                <c:pt idx="602">
                  <c:v>525000</c:v>
                </c:pt>
                <c:pt idx="603">
                  <c:v>425000</c:v>
                </c:pt>
                <c:pt idx="604">
                  <c:v>795000</c:v>
                </c:pt>
                <c:pt idx="605">
                  <c:v>269000</c:v>
                </c:pt>
                <c:pt idx="606">
                  <c:v>1450000</c:v>
                </c:pt>
                <c:pt idx="607">
                  <c:v>565000</c:v>
                </c:pt>
                <c:pt idx="608">
                  <c:v>2550000</c:v>
                </c:pt>
                <c:pt idx="609">
                  <c:v>529000</c:v>
                </c:pt>
                <c:pt idx="610">
                  <c:v>400000</c:v>
                </c:pt>
                <c:pt idx="611">
                  <c:v>360000</c:v>
                </c:pt>
                <c:pt idx="612">
                  <c:v>975000</c:v>
                </c:pt>
                <c:pt idx="613">
                  <c:v>2600000</c:v>
                </c:pt>
                <c:pt idx="614">
                  <c:v>2390000</c:v>
                </c:pt>
                <c:pt idx="615">
                  <c:v>1550000</c:v>
                </c:pt>
                <c:pt idx="616">
                  <c:v>430000</c:v>
                </c:pt>
                <c:pt idx="617">
                  <c:v>1275000</c:v>
                </c:pt>
                <c:pt idx="618">
                  <c:v>600000</c:v>
                </c:pt>
                <c:pt idx="619">
                  <c:v>3350000</c:v>
                </c:pt>
                <c:pt idx="620">
                  <c:v>9400000</c:v>
                </c:pt>
                <c:pt idx="621">
                  <c:v>250000</c:v>
                </c:pt>
                <c:pt idx="622">
                  <c:v>994999</c:v>
                </c:pt>
                <c:pt idx="623">
                  <c:v>675000</c:v>
                </c:pt>
                <c:pt idx="624">
                  <c:v>455000</c:v>
                </c:pt>
                <c:pt idx="625">
                  <c:v>375000</c:v>
                </c:pt>
                <c:pt idx="626">
                  <c:v>345000</c:v>
                </c:pt>
                <c:pt idx="627">
                  <c:v>4700000</c:v>
                </c:pt>
                <c:pt idx="628">
                  <c:v>700000</c:v>
                </c:pt>
                <c:pt idx="629">
                  <c:v>499000</c:v>
                </c:pt>
                <c:pt idx="630">
                  <c:v>590000</c:v>
                </c:pt>
                <c:pt idx="631">
                  <c:v>490000</c:v>
                </c:pt>
                <c:pt idx="632">
                  <c:v>695000</c:v>
                </c:pt>
                <c:pt idx="633">
                  <c:v>1025000</c:v>
                </c:pt>
                <c:pt idx="634">
                  <c:v>3375000</c:v>
                </c:pt>
                <c:pt idx="635">
                  <c:v>2250000</c:v>
                </c:pt>
                <c:pt idx="636">
                  <c:v>2650000</c:v>
                </c:pt>
                <c:pt idx="637">
                  <c:v>715000</c:v>
                </c:pt>
                <c:pt idx="638">
                  <c:v>1200000</c:v>
                </c:pt>
                <c:pt idx="639">
                  <c:v>275000</c:v>
                </c:pt>
                <c:pt idx="640">
                  <c:v>445000</c:v>
                </c:pt>
                <c:pt idx="641">
                  <c:v>1850000</c:v>
                </c:pt>
                <c:pt idx="642">
                  <c:v>665000</c:v>
                </c:pt>
                <c:pt idx="643">
                  <c:v>1090000</c:v>
                </c:pt>
                <c:pt idx="644">
                  <c:v>5500000</c:v>
                </c:pt>
                <c:pt idx="645">
                  <c:v>2400000</c:v>
                </c:pt>
                <c:pt idx="646">
                  <c:v>1085000</c:v>
                </c:pt>
                <c:pt idx="647">
                  <c:v>2140000</c:v>
                </c:pt>
                <c:pt idx="648">
                  <c:v>795000</c:v>
                </c:pt>
                <c:pt idx="649">
                  <c:v>1080000</c:v>
                </c:pt>
                <c:pt idx="650">
                  <c:v>628000</c:v>
                </c:pt>
                <c:pt idx="651">
                  <c:v>1550000</c:v>
                </c:pt>
                <c:pt idx="652">
                  <c:v>2400000</c:v>
                </c:pt>
                <c:pt idx="653">
                  <c:v>595000</c:v>
                </c:pt>
                <c:pt idx="654">
                  <c:v>3450000</c:v>
                </c:pt>
                <c:pt idx="655">
                  <c:v>819999</c:v>
                </c:pt>
                <c:pt idx="656">
                  <c:v>1490000</c:v>
                </c:pt>
                <c:pt idx="657">
                  <c:v>950000</c:v>
                </c:pt>
                <c:pt idx="658">
                  <c:v>3750000</c:v>
                </c:pt>
                <c:pt idx="659">
                  <c:v>4950000</c:v>
                </c:pt>
                <c:pt idx="660">
                  <c:v>2950000</c:v>
                </c:pt>
                <c:pt idx="661">
                  <c:v>1625000</c:v>
                </c:pt>
                <c:pt idx="662">
                  <c:v>1290000</c:v>
                </c:pt>
                <c:pt idx="663">
                  <c:v>625000</c:v>
                </c:pt>
                <c:pt idx="664">
                  <c:v>1490000</c:v>
                </c:pt>
                <c:pt idx="665">
                  <c:v>325000</c:v>
                </c:pt>
                <c:pt idx="666">
                  <c:v>1190000</c:v>
                </c:pt>
                <c:pt idx="667">
                  <c:v>625000</c:v>
                </c:pt>
                <c:pt idx="668">
                  <c:v>5375000</c:v>
                </c:pt>
                <c:pt idx="669">
                  <c:v>4250000</c:v>
                </c:pt>
                <c:pt idx="670">
                  <c:v>365000</c:v>
                </c:pt>
                <c:pt idx="671">
                  <c:v>475000</c:v>
                </c:pt>
                <c:pt idx="672">
                  <c:v>1225000</c:v>
                </c:pt>
                <c:pt idx="673">
                  <c:v>725000</c:v>
                </c:pt>
                <c:pt idx="674">
                  <c:v>2450000</c:v>
                </c:pt>
                <c:pt idx="675">
                  <c:v>225000</c:v>
                </c:pt>
                <c:pt idx="676">
                  <c:v>695000</c:v>
                </c:pt>
                <c:pt idx="677">
                  <c:v>2200000</c:v>
                </c:pt>
                <c:pt idx="678">
                  <c:v>950000</c:v>
                </c:pt>
                <c:pt idx="679">
                  <c:v>2598000</c:v>
                </c:pt>
                <c:pt idx="680">
                  <c:v>585000</c:v>
                </c:pt>
                <c:pt idx="681">
                  <c:v>434999</c:v>
                </c:pt>
                <c:pt idx="682">
                  <c:v>295000</c:v>
                </c:pt>
                <c:pt idx="683">
                  <c:v>910000</c:v>
                </c:pt>
                <c:pt idx="684">
                  <c:v>565000</c:v>
                </c:pt>
                <c:pt idx="685">
                  <c:v>1050000</c:v>
                </c:pt>
                <c:pt idx="686">
                  <c:v>990000</c:v>
                </c:pt>
                <c:pt idx="687">
                  <c:v>2590000</c:v>
                </c:pt>
                <c:pt idx="688">
                  <c:v>1000000</c:v>
                </c:pt>
                <c:pt idx="689">
                  <c:v>254999</c:v>
                </c:pt>
                <c:pt idx="690">
                  <c:v>598000</c:v>
                </c:pt>
                <c:pt idx="691">
                  <c:v>850000</c:v>
                </c:pt>
                <c:pt idx="692">
                  <c:v>560000</c:v>
                </c:pt>
                <c:pt idx="693">
                  <c:v>975000</c:v>
                </c:pt>
                <c:pt idx="694">
                  <c:v>2600000</c:v>
                </c:pt>
                <c:pt idx="695">
                  <c:v>745000</c:v>
                </c:pt>
                <c:pt idx="696">
                  <c:v>495000</c:v>
                </c:pt>
                <c:pt idx="697">
                  <c:v>2450000</c:v>
                </c:pt>
                <c:pt idx="698">
                  <c:v>250000</c:v>
                </c:pt>
                <c:pt idx="699">
                  <c:v>2850000</c:v>
                </c:pt>
                <c:pt idx="700">
                  <c:v>925000</c:v>
                </c:pt>
                <c:pt idx="701">
                  <c:v>1075000</c:v>
                </c:pt>
                <c:pt idx="702">
                  <c:v>6225000</c:v>
                </c:pt>
                <c:pt idx="703">
                  <c:v>2650000</c:v>
                </c:pt>
                <c:pt idx="704">
                  <c:v>1500000</c:v>
                </c:pt>
                <c:pt idx="705">
                  <c:v>2800000</c:v>
                </c:pt>
                <c:pt idx="706">
                  <c:v>625000</c:v>
                </c:pt>
                <c:pt idx="707">
                  <c:v>325000</c:v>
                </c:pt>
                <c:pt idx="708">
                  <c:v>1485000</c:v>
                </c:pt>
                <c:pt idx="709">
                  <c:v>1650000</c:v>
                </c:pt>
                <c:pt idx="710">
                  <c:v>1800000</c:v>
                </c:pt>
                <c:pt idx="711">
                  <c:v>1290000</c:v>
                </c:pt>
                <c:pt idx="712">
                  <c:v>600000</c:v>
                </c:pt>
                <c:pt idx="713">
                  <c:v>436000</c:v>
                </c:pt>
                <c:pt idx="714">
                  <c:v>4300000</c:v>
                </c:pt>
                <c:pt idx="715">
                  <c:v>270000</c:v>
                </c:pt>
                <c:pt idx="716">
                  <c:v>320000</c:v>
                </c:pt>
                <c:pt idx="717">
                  <c:v>1911000</c:v>
                </c:pt>
                <c:pt idx="718">
                  <c:v>8600000</c:v>
                </c:pt>
                <c:pt idx="719">
                  <c:v>3900000</c:v>
                </c:pt>
                <c:pt idx="720">
                  <c:v>2000000</c:v>
                </c:pt>
                <c:pt idx="721">
                  <c:v>465000</c:v>
                </c:pt>
                <c:pt idx="722">
                  <c:v>875000</c:v>
                </c:pt>
                <c:pt idx="723">
                  <c:v>3200000</c:v>
                </c:pt>
                <c:pt idx="724">
                  <c:v>426999</c:v>
                </c:pt>
                <c:pt idx="725">
                  <c:v>9200000</c:v>
                </c:pt>
                <c:pt idx="726">
                  <c:v>1035000</c:v>
                </c:pt>
                <c:pt idx="727">
                  <c:v>695000</c:v>
                </c:pt>
                <c:pt idx="728">
                  <c:v>3675000</c:v>
                </c:pt>
                <c:pt idx="729">
                  <c:v>1700000</c:v>
                </c:pt>
                <c:pt idx="730">
                  <c:v>449000</c:v>
                </c:pt>
                <c:pt idx="731">
                  <c:v>5400000</c:v>
                </c:pt>
                <c:pt idx="732">
                  <c:v>3950000</c:v>
                </c:pt>
                <c:pt idx="733">
                  <c:v>565000</c:v>
                </c:pt>
                <c:pt idx="734">
                  <c:v>3775000</c:v>
                </c:pt>
                <c:pt idx="735">
                  <c:v>1275000</c:v>
                </c:pt>
                <c:pt idx="736">
                  <c:v>375000</c:v>
                </c:pt>
                <c:pt idx="737">
                  <c:v>949000</c:v>
                </c:pt>
                <c:pt idx="738">
                  <c:v>775000</c:v>
                </c:pt>
                <c:pt idx="739">
                  <c:v>1800000</c:v>
                </c:pt>
                <c:pt idx="740">
                  <c:v>825000</c:v>
                </c:pt>
                <c:pt idx="741">
                  <c:v>509999</c:v>
                </c:pt>
                <c:pt idx="742">
                  <c:v>1350000</c:v>
                </c:pt>
                <c:pt idx="743">
                  <c:v>650000</c:v>
                </c:pt>
                <c:pt idx="744">
                  <c:v>1490000</c:v>
                </c:pt>
                <c:pt idx="745">
                  <c:v>545000</c:v>
                </c:pt>
                <c:pt idx="746">
                  <c:v>2950000</c:v>
                </c:pt>
                <c:pt idx="747">
                  <c:v>1150000</c:v>
                </c:pt>
                <c:pt idx="748">
                  <c:v>1850000</c:v>
                </c:pt>
                <c:pt idx="749">
                  <c:v>3995000</c:v>
                </c:pt>
                <c:pt idx="750">
                  <c:v>1750000</c:v>
                </c:pt>
                <c:pt idx="751">
                  <c:v>5500000</c:v>
                </c:pt>
                <c:pt idx="752">
                  <c:v>360000</c:v>
                </c:pt>
                <c:pt idx="753">
                  <c:v>625000</c:v>
                </c:pt>
                <c:pt idx="754">
                  <c:v>4150000</c:v>
                </c:pt>
                <c:pt idx="755">
                  <c:v>1698999</c:v>
                </c:pt>
                <c:pt idx="756">
                  <c:v>484999</c:v>
                </c:pt>
                <c:pt idx="757">
                  <c:v>4250000</c:v>
                </c:pt>
                <c:pt idx="758">
                  <c:v>800000</c:v>
                </c:pt>
                <c:pt idx="759">
                  <c:v>1275000</c:v>
                </c:pt>
                <c:pt idx="760">
                  <c:v>9500000</c:v>
                </c:pt>
                <c:pt idx="761">
                  <c:v>1375000</c:v>
                </c:pt>
                <c:pt idx="762">
                  <c:v>1700000</c:v>
                </c:pt>
                <c:pt idx="763">
                  <c:v>500000</c:v>
                </c:pt>
                <c:pt idx="764">
                  <c:v>6800000</c:v>
                </c:pt>
                <c:pt idx="765">
                  <c:v>715000</c:v>
                </c:pt>
                <c:pt idx="766">
                  <c:v>380000</c:v>
                </c:pt>
                <c:pt idx="767">
                  <c:v>375000</c:v>
                </c:pt>
                <c:pt idx="768">
                  <c:v>7200000</c:v>
                </c:pt>
                <c:pt idx="769">
                  <c:v>8190000</c:v>
                </c:pt>
                <c:pt idx="770">
                  <c:v>695000</c:v>
                </c:pt>
                <c:pt idx="771">
                  <c:v>875000</c:v>
                </c:pt>
                <c:pt idx="772">
                  <c:v>3500000</c:v>
                </c:pt>
                <c:pt idx="773">
                  <c:v>685000</c:v>
                </c:pt>
                <c:pt idx="774">
                  <c:v>1875000</c:v>
                </c:pt>
                <c:pt idx="775">
                  <c:v>1685000</c:v>
                </c:pt>
                <c:pt idx="776">
                  <c:v>2550000</c:v>
                </c:pt>
                <c:pt idx="777">
                  <c:v>869999</c:v>
                </c:pt>
                <c:pt idx="778">
                  <c:v>875000</c:v>
                </c:pt>
                <c:pt idx="779">
                  <c:v>1390000</c:v>
                </c:pt>
                <c:pt idx="780">
                  <c:v>825000</c:v>
                </c:pt>
                <c:pt idx="781">
                  <c:v>785000</c:v>
                </c:pt>
                <c:pt idx="782">
                  <c:v>2145000</c:v>
                </c:pt>
                <c:pt idx="783">
                  <c:v>590000</c:v>
                </c:pt>
                <c:pt idx="784">
                  <c:v>335000</c:v>
                </c:pt>
                <c:pt idx="785">
                  <c:v>2550000</c:v>
                </c:pt>
                <c:pt idx="786">
                  <c:v>6500000</c:v>
                </c:pt>
                <c:pt idx="787">
                  <c:v>490000</c:v>
                </c:pt>
                <c:pt idx="788">
                  <c:v>5950000</c:v>
                </c:pt>
                <c:pt idx="789">
                  <c:v>250000</c:v>
                </c:pt>
                <c:pt idx="790">
                  <c:v>420000</c:v>
                </c:pt>
                <c:pt idx="791">
                  <c:v>2395000</c:v>
                </c:pt>
                <c:pt idx="792">
                  <c:v>360000</c:v>
                </c:pt>
                <c:pt idx="793">
                  <c:v>325000</c:v>
                </c:pt>
                <c:pt idx="794">
                  <c:v>2300000</c:v>
                </c:pt>
                <c:pt idx="795">
                  <c:v>642000</c:v>
                </c:pt>
                <c:pt idx="796">
                  <c:v>290000</c:v>
                </c:pt>
                <c:pt idx="797">
                  <c:v>390000</c:v>
                </c:pt>
                <c:pt idx="798">
                  <c:v>890000</c:v>
                </c:pt>
                <c:pt idx="799">
                  <c:v>100000</c:v>
                </c:pt>
                <c:pt idx="800">
                  <c:v>440000</c:v>
                </c:pt>
                <c:pt idx="801">
                  <c:v>721000</c:v>
                </c:pt>
                <c:pt idx="802">
                  <c:v>1515000</c:v>
                </c:pt>
                <c:pt idx="803">
                  <c:v>7000000</c:v>
                </c:pt>
                <c:pt idx="804">
                  <c:v>949000</c:v>
                </c:pt>
                <c:pt idx="805">
                  <c:v>5500000</c:v>
                </c:pt>
                <c:pt idx="806">
                  <c:v>319000</c:v>
                </c:pt>
                <c:pt idx="807">
                  <c:v>459999</c:v>
                </c:pt>
                <c:pt idx="808">
                  <c:v>2100000</c:v>
                </c:pt>
                <c:pt idx="809">
                  <c:v>685000</c:v>
                </c:pt>
                <c:pt idx="810">
                  <c:v>3900000</c:v>
                </c:pt>
                <c:pt idx="811">
                  <c:v>300000</c:v>
                </c:pt>
                <c:pt idx="812">
                  <c:v>5400000</c:v>
                </c:pt>
                <c:pt idx="813">
                  <c:v>4100000</c:v>
                </c:pt>
                <c:pt idx="814">
                  <c:v>6875000</c:v>
                </c:pt>
                <c:pt idx="815">
                  <c:v>1115000</c:v>
                </c:pt>
                <c:pt idx="816">
                  <c:v>761000</c:v>
                </c:pt>
                <c:pt idx="817">
                  <c:v>825000</c:v>
                </c:pt>
                <c:pt idx="818">
                  <c:v>650000</c:v>
                </c:pt>
                <c:pt idx="819">
                  <c:v>565000</c:v>
                </c:pt>
                <c:pt idx="820">
                  <c:v>750000</c:v>
                </c:pt>
                <c:pt idx="821">
                  <c:v>685000</c:v>
                </c:pt>
                <c:pt idx="822">
                  <c:v>135000</c:v>
                </c:pt>
                <c:pt idx="823">
                  <c:v>609000</c:v>
                </c:pt>
                <c:pt idx="824">
                  <c:v>365000</c:v>
                </c:pt>
                <c:pt idx="825">
                  <c:v>5175000</c:v>
                </c:pt>
                <c:pt idx="826">
                  <c:v>2175000</c:v>
                </c:pt>
                <c:pt idx="827">
                  <c:v>675000</c:v>
                </c:pt>
                <c:pt idx="828">
                  <c:v>1400000</c:v>
                </c:pt>
                <c:pt idx="829">
                  <c:v>480000</c:v>
                </c:pt>
                <c:pt idx="830">
                  <c:v>5800000</c:v>
                </c:pt>
                <c:pt idx="831">
                  <c:v>6700000</c:v>
                </c:pt>
                <c:pt idx="832">
                  <c:v>625000</c:v>
                </c:pt>
                <c:pt idx="833">
                  <c:v>1791000</c:v>
                </c:pt>
                <c:pt idx="834">
                  <c:v>422000</c:v>
                </c:pt>
                <c:pt idx="835">
                  <c:v>4200000</c:v>
                </c:pt>
                <c:pt idx="836">
                  <c:v>495000</c:v>
                </c:pt>
                <c:pt idx="837">
                  <c:v>585000</c:v>
                </c:pt>
                <c:pt idx="838">
                  <c:v>3950000</c:v>
                </c:pt>
                <c:pt idx="839">
                  <c:v>7475000</c:v>
                </c:pt>
                <c:pt idx="840">
                  <c:v>425000</c:v>
                </c:pt>
                <c:pt idx="841">
                  <c:v>975000</c:v>
                </c:pt>
                <c:pt idx="842">
                  <c:v>4150000</c:v>
                </c:pt>
                <c:pt idx="843">
                  <c:v>2475000</c:v>
                </c:pt>
                <c:pt idx="844">
                  <c:v>2990000</c:v>
                </c:pt>
                <c:pt idx="845">
                  <c:v>3550000</c:v>
                </c:pt>
                <c:pt idx="846">
                  <c:v>280000</c:v>
                </c:pt>
                <c:pt idx="847">
                  <c:v>1500000</c:v>
                </c:pt>
                <c:pt idx="848">
                  <c:v>5100000</c:v>
                </c:pt>
                <c:pt idx="849">
                  <c:v>825000</c:v>
                </c:pt>
                <c:pt idx="850">
                  <c:v>310000</c:v>
                </c:pt>
                <c:pt idx="851">
                  <c:v>595000</c:v>
                </c:pt>
                <c:pt idx="852">
                  <c:v>3100000</c:v>
                </c:pt>
                <c:pt idx="853">
                  <c:v>1240000</c:v>
                </c:pt>
                <c:pt idx="854">
                  <c:v>328000</c:v>
                </c:pt>
                <c:pt idx="855">
                  <c:v>625000</c:v>
                </c:pt>
                <c:pt idx="856">
                  <c:v>409999</c:v>
                </c:pt>
                <c:pt idx="857">
                  <c:v>975000</c:v>
                </c:pt>
                <c:pt idx="858">
                  <c:v>545000</c:v>
                </c:pt>
                <c:pt idx="859">
                  <c:v>699000</c:v>
                </c:pt>
                <c:pt idx="860">
                  <c:v>390000</c:v>
                </c:pt>
                <c:pt idx="861">
                  <c:v>680000</c:v>
                </c:pt>
                <c:pt idx="862">
                  <c:v>625000</c:v>
                </c:pt>
                <c:pt idx="863">
                  <c:v>235000</c:v>
                </c:pt>
                <c:pt idx="864">
                  <c:v>951000</c:v>
                </c:pt>
                <c:pt idx="865">
                  <c:v>550000</c:v>
                </c:pt>
                <c:pt idx="866">
                  <c:v>1350000</c:v>
                </c:pt>
                <c:pt idx="867">
                  <c:v>325000</c:v>
                </c:pt>
                <c:pt idx="868">
                  <c:v>1150000</c:v>
                </c:pt>
                <c:pt idx="869">
                  <c:v>2600000</c:v>
                </c:pt>
                <c:pt idx="870">
                  <c:v>640000</c:v>
                </c:pt>
                <c:pt idx="871">
                  <c:v>1250000</c:v>
                </c:pt>
                <c:pt idx="872">
                  <c:v>450000</c:v>
                </c:pt>
                <c:pt idx="873">
                  <c:v>750000</c:v>
                </c:pt>
                <c:pt idx="874">
                  <c:v>5300000</c:v>
                </c:pt>
                <c:pt idx="875">
                  <c:v>5800000</c:v>
                </c:pt>
                <c:pt idx="876">
                  <c:v>801000</c:v>
                </c:pt>
                <c:pt idx="877">
                  <c:v>310000</c:v>
                </c:pt>
                <c:pt idx="878">
                  <c:v>1090000</c:v>
                </c:pt>
                <c:pt idx="879">
                  <c:v>245000</c:v>
                </c:pt>
                <c:pt idx="880">
                  <c:v>475000</c:v>
                </c:pt>
                <c:pt idx="881">
                  <c:v>2800000</c:v>
                </c:pt>
                <c:pt idx="882">
                  <c:v>1450000</c:v>
                </c:pt>
                <c:pt idx="883">
                  <c:v>2950000</c:v>
                </c:pt>
                <c:pt idx="884">
                  <c:v>545000</c:v>
                </c:pt>
                <c:pt idx="885">
                  <c:v>3975000</c:v>
                </c:pt>
                <c:pt idx="886">
                  <c:v>4200000</c:v>
                </c:pt>
                <c:pt idx="887">
                  <c:v>434999</c:v>
                </c:pt>
                <c:pt idx="888">
                  <c:v>315000</c:v>
                </c:pt>
                <c:pt idx="889">
                  <c:v>900000</c:v>
                </c:pt>
                <c:pt idx="890">
                  <c:v>550000</c:v>
                </c:pt>
                <c:pt idx="891">
                  <c:v>4400000</c:v>
                </c:pt>
                <c:pt idx="892">
                  <c:v>1600000</c:v>
                </c:pt>
                <c:pt idx="893">
                  <c:v>198000</c:v>
                </c:pt>
                <c:pt idx="894">
                  <c:v>225000</c:v>
                </c:pt>
                <c:pt idx="895">
                  <c:v>310000</c:v>
                </c:pt>
                <c:pt idx="896">
                  <c:v>315000</c:v>
                </c:pt>
                <c:pt idx="897">
                  <c:v>775000</c:v>
                </c:pt>
                <c:pt idx="898">
                  <c:v>625000</c:v>
                </c:pt>
                <c:pt idx="899">
                  <c:v>775000</c:v>
                </c:pt>
                <c:pt idx="900">
                  <c:v>1549000</c:v>
                </c:pt>
                <c:pt idx="901">
                  <c:v>1679000</c:v>
                </c:pt>
                <c:pt idx="902">
                  <c:v>725000</c:v>
                </c:pt>
                <c:pt idx="903">
                  <c:v>540000</c:v>
                </c:pt>
                <c:pt idx="904">
                  <c:v>350000</c:v>
                </c:pt>
                <c:pt idx="905">
                  <c:v>1689999</c:v>
                </c:pt>
                <c:pt idx="906">
                  <c:v>475000</c:v>
                </c:pt>
                <c:pt idx="907">
                  <c:v>1650000</c:v>
                </c:pt>
                <c:pt idx="908">
                  <c:v>409999</c:v>
                </c:pt>
                <c:pt idx="909">
                  <c:v>275000</c:v>
                </c:pt>
                <c:pt idx="910">
                  <c:v>2100000</c:v>
                </c:pt>
                <c:pt idx="911">
                  <c:v>2750000</c:v>
                </c:pt>
                <c:pt idx="912">
                  <c:v>545000</c:v>
                </c:pt>
                <c:pt idx="913">
                  <c:v>740000</c:v>
                </c:pt>
                <c:pt idx="914">
                  <c:v>2400000</c:v>
                </c:pt>
                <c:pt idx="915">
                  <c:v>4500000</c:v>
                </c:pt>
                <c:pt idx="916">
                  <c:v>465000</c:v>
                </c:pt>
                <c:pt idx="917">
                  <c:v>375000</c:v>
                </c:pt>
                <c:pt idx="918">
                  <c:v>2900000</c:v>
                </c:pt>
                <c:pt idx="919">
                  <c:v>795000</c:v>
                </c:pt>
                <c:pt idx="920">
                  <c:v>5250000</c:v>
                </c:pt>
                <c:pt idx="921">
                  <c:v>2900000</c:v>
                </c:pt>
                <c:pt idx="922">
                  <c:v>1050000</c:v>
                </c:pt>
                <c:pt idx="923">
                  <c:v>765000</c:v>
                </c:pt>
                <c:pt idx="924">
                  <c:v>675000</c:v>
                </c:pt>
                <c:pt idx="925">
                  <c:v>2400000</c:v>
                </c:pt>
                <c:pt idx="926">
                  <c:v>509999</c:v>
                </c:pt>
                <c:pt idx="927">
                  <c:v>2750000</c:v>
                </c:pt>
                <c:pt idx="928">
                  <c:v>2600000</c:v>
                </c:pt>
                <c:pt idx="929">
                  <c:v>495000</c:v>
                </c:pt>
                <c:pt idx="930">
                  <c:v>2400000</c:v>
                </c:pt>
                <c:pt idx="931">
                  <c:v>495000</c:v>
                </c:pt>
                <c:pt idx="932">
                  <c:v>4200000</c:v>
                </c:pt>
                <c:pt idx="933">
                  <c:v>2550000</c:v>
                </c:pt>
                <c:pt idx="934">
                  <c:v>480000</c:v>
                </c:pt>
                <c:pt idx="935">
                  <c:v>1750000</c:v>
                </c:pt>
                <c:pt idx="936">
                  <c:v>850000</c:v>
                </c:pt>
                <c:pt idx="937">
                  <c:v>434999</c:v>
                </c:pt>
                <c:pt idx="938">
                  <c:v>1070000</c:v>
                </c:pt>
                <c:pt idx="939">
                  <c:v>1530000</c:v>
                </c:pt>
                <c:pt idx="940">
                  <c:v>1598000</c:v>
                </c:pt>
                <c:pt idx="941">
                  <c:v>645000</c:v>
                </c:pt>
                <c:pt idx="942">
                  <c:v>1100000</c:v>
                </c:pt>
                <c:pt idx="943">
                  <c:v>650000</c:v>
                </c:pt>
                <c:pt idx="944">
                  <c:v>545000</c:v>
                </c:pt>
                <c:pt idx="945">
                  <c:v>1095000</c:v>
                </c:pt>
                <c:pt idx="946">
                  <c:v>1975000</c:v>
                </c:pt>
                <c:pt idx="947">
                  <c:v>1839000</c:v>
                </c:pt>
                <c:pt idx="948">
                  <c:v>1500000</c:v>
                </c:pt>
                <c:pt idx="949">
                  <c:v>2100000</c:v>
                </c:pt>
                <c:pt idx="950">
                  <c:v>345000</c:v>
                </c:pt>
                <c:pt idx="951">
                  <c:v>850000</c:v>
                </c:pt>
                <c:pt idx="952">
                  <c:v>675000</c:v>
                </c:pt>
                <c:pt idx="953">
                  <c:v>925000</c:v>
                </c:pt>
                <c:pt idx="954">
                  <c:v>210000</c:v>
                </c:pt>
                <c:pt idx="955">
                  <c:v>760000</c:v>
                </c:pt>
                <c:pt idx="956">
                  <c:v>640000</c:v>
                </c:pt>
                <c:pt idx="957">
                  <c:v>340000</c:v>
                </c:pt>
                <c:pt idx="958">
                  <c:v>5995000</c:v>
                </c:pt>
                <c:pt idx="959">
                  <c:v>550000</c:v>
                </c:pt>
                <c:pt idx="960">
                  <c:v>695000</c:v>
                </c:pt>
                <c:pt idx="961">
                  <c:v>465000</c:v>
                </c:pt>
                <c:pt idx="962">
                  <c:v>735000</c:v>
                </c:pt>
                <c:pt idx="963">
                  <c:v>1300000</c:v>
                </c:pt>
                <c:pt idx="964">
                  <c:v>1848999</c:v>
                </c:pt>
                <c:pt idx="965">
                  <c:v>685000</c:v>
                </c:pt>
                <c:pt idx="966">
                  <c:v>700000</c:v>
                </c:pt>
                <c:pt idx="967">
                  <c:v>550000</c:v>
                </c:pt>
                <c:pt idx="968">
                  <c:v>825000</c:v>
                </c:pt>
                <c:pt idx="969">
                  <c:v>3100000</c:v>
                </c:pt>
                <c:pt idx="970">
                  <c:v>1400000</c:v>
                </c:pt>
                <c:pt idx="971">
                  <c:v>425000</c:v>
                </c:pt>
                <c:pt idx="972">
                  <c:v>4375000</c:v>
                </c:pt>
                <c:pt idx="973">
                  <c:v>3000000</c:v>
                </c:pt>
                <c:pt idx="974">
                  <c:v>6600000</c:v>
                </c:pt>
                <c:pt idx="975">
                  <c:v>640000</c:v>
                </c:pt>
                <c:pt idx="976">
                  <c:v>275000</c:v>
                </c:pt>
                <c:pt idx="977">
                  <c:v>695000</c:v>
                </c:pt>
                <c:pt idx="978">
                  <c:v>245000</c:v>
                </c:pt>
                <c:pt idx="979">
                  <c:v>690000</c:v>
                </c:pt>
                <c:pt idx="980">
                  <c:v>1500000</c:v>
                </c:pt>
                <c:pt idx="981">
                  <c:v>270000</c:v>
                </c:pt>
                <c:pt idx="982">
                  <c:v>545000</c:v>
                </c:pt>
                <c:pt idx="983">
                  <c:v>1875000</c:v>
                </c:pt>
                <c:pt idx="984">
                  <c:v>254999</c:v>
                </c:pt>
                <c:pt idx="985">
                  <c:v>2000000</c:v>
                </c:pt>
                <c:pt idx="986">
                  <c:v>2785000</c:v>
                </c:pt>
                <c:pt idx="987">
                  <c:v>1800000</c:v>
                </c:pt>
                <c:pt idx="988">
                  <c:v>475000</c:v>
                </c:pt>
                <c:pt idx="989">
                  <c:v>650000</c:v>
                </c:pt>
                <c:pt idx="990">
                  <c:v>1199000</c:v>
                </c:pt>
                <c:pt idx="991">
                  <c:v>650000</c:v>
                </c:pt>
                <c:pt idx="992">
                  <c:v>795000</c:v>
                </c:pt>
                <c:pt idx="993">
                  <c:v>2385000</c:v>
                </c:pt>
                <c:pt idx="994">
                  <c:v>1700000</c:v>
                </c:pt>
                <c:pt idx="995">
                  <c:v>295000</c:v>
                </c:pt>
                <c:pt idx="996">
                  <c:v>1750000</c:v>
                </c:pt>
                <c:pt idx="997">
                  <c:v>525000</c:v>
                </c:pt>
                <c:pt idx="998">
                  <c:v>275000</c:v>
                </c:pt>
                <c:pt idx="999">
                  <c:v>2180000</c:v>
                </c:pt>
                <c:pt idx="1000">
                  <c:v>8000000</c:v>
                </c:pt>
                <c:pt idx="1001">
                  <c:v>4325000</c:v>
                </c:pt>
                <c:pt idx="1002">
                  <c:v>120000</c:v>
                </c:pt>
                <c:pt idx="1003">
                  <c:v>155000</c:v>
                </c:pt>
                <c:pt idx="1004">
                  <c:v>735000</c:v>
                </c:pt>
                <c:pt idx="1005">
                  <c:v>900000</c:v>
                </c:pt>
                <c:pt idx="1006">
                  <c:v>795000</c:v>
                </c:pt>
                <c:pt idx="1007">
                  <c:v>3300000</c:v>
                </c:pt>
                <c:pt idx="1008">
                  <c:v>3775000</c:v>
                </c:pt>
                <c:pt idx="1009">
                  <c:v>325000</c:v>
                </c:pt>
                <c:pt idx="1010">
                  <c:v>725000</c:v>
                </c:pt>
                <c:pt idx="1011">
                  <c:v>994999</c:v>
                </c:pt>
                <c:pt idx="1012">
                  <c:v>785000</c:v>
                </c:pt>
                <c:pt idx="1013">
                  <c:v>7500000</c:v>
                </c:pt>
                <c:pt idx="1014">
                  <c:v>2799000</c:v>
                </c:pt>
                <c:pt idx="1015">
                  <c:v>390000</c:v>
                </c:pt>
                <c:pt idx="1016">
                  <c:v>675000</c:v>
                </c:pt>
                <c:pt idx="1017">
                  <c:v>320000</c:v>
                </c:pt>
                <c:pt idx="1018">
                  <c:v>840000</c:v>
                </c:pt>
                <c:pt idx="1019">
                  <c:v>310000</c:v>
                </c:pt>
                <c:pt idx="1020">
                  <c:v>795000</c:v>
                </c:pt>
                <c:pt idx="1021">
                  <c:v>310000</c:v>
                </c:pt>
                <c:pt idx="1022">
                  <c:v>860000</c:v>
                </c:pt>
                <c:pt idx="1023">
                  <c:v>390000</c:v>
                </c:pt>
                <c:pt idx="1024">
                  <c:v>1200000</c:v>
                </c:pt>
                <c:pt idx="1025">
                  <c:v>520000</c:v>
                </c:pt>
                <c:pt idx="1026">
                  <c:v>1200000</c:v>
                </c:pt>
                <c:pt idx="1027">
                  <c:v>675000</c:v>
                </c:pt>
                <c:pt idx="1028">
                  <c:v>475000</c:v>
                </c:pt>
                <c:pt idx="1029">
                  <c:v>265000</c:v>
                </c:pt>
                <c:pt idx="1030">
                  <c:v>950000</c:v>
                </c:pt>
                <c:pt idx="1031">
                  <c:v>1750000</c:v>
                </c:pt>
                <c:pt idx="1032">
                  <c:v>2225000</c:v>
                </c:pt>
                <c:pt idx="1033">
                  <c:v>2250000</c:v>
                </c:pt>
                <c:pt idx="1034">
                  <c:v>690000</c:v>
                </c:pt>
                <c:pt idx="1035">
                  <c:v>561000</c:v>
                </c:pt>
                <c:pt idx="1036">
                  <c:v>299000</c:v>
                </c:pt>
                <c:pt idx="1037">
                  <c:v>1580000</c:v>
                </c:pt>
                <c:pt idx="1038">
                  <c:v>4390000</c:v>
                </c:pt>
                <c:pt idx="1039">
                  <c:v>235000</c:v>
                </c:pt>
                <c:pt idx="1040">
                  <c:v>450000</c:v>
                </c:pt>
                <c:pt idx="1041">
                  <c:v>2299000</c:v>
                </c:pt>
                <c:pt idx="1042">
                  <c:v>4590000</c:v>
                </c:pt>
                <c:pt idx="1043">
                  <c:v>2150000</c:v>
                </c:pt>
                <c:pt idx="1044">
                  <c:v>1850000</c:v>
                </c:pt>
                <c:pt idx="1045">
                  <c:v>1175000</c:v>
                </c:pt>
                <c:pt idx="1046">
                  <c:v>250000</c:v>
                </c:pt>
                <c:pt idx="1047">
                  <c:v>400000</c:v>
                </c:pt>
                <c:pt idx="1048">
                  <c:v>4000000</c:v>
                </c:pt>
                <c:pt idx="1049">
                  <c:v>1100000</c:v>
                </c:pt>
                <c:pt idx="1050">
                  <c:v>395000</c:v>
                </c:pt>
                <c:pt idx="1051">
                  <c:v>425000</c:v>
                </c:pt>
                <c:pt idx="1052">
                  <c:v>2190000</c:v>
                </c:pt>
                <c:pt idx="1053">
                  <c:v>4800000</c:v>
                </c:pt>
                <c:pt idx="1054">
                  <c:v>421000</c:v>
                </c:pt>
                <c:pt idx="1055">
                  <c:v>560000</c:v>
                </c:pt>
                <c:pt idx="1056">
                  <c:v>777000</c:v>
                </c:pt>
                <c:pt idx="1057">
                  <c:v>3250000</c:v>
                </c:pt>
                <c:pt idx="1058">
                  <c:v>875000</c:v>
                </c:pt>
                <c:pt idx="1059">
                  <c:v>899000</c:v>
                </c:pt>
                <c:pt idx="1060">
                  <c:v>425000</c:v>
                </c:pt>
                <c:pt idx="1061">
                  <c:v>425000</c:v>
                </c:pt>
                <c:pt idx="1062">
                  <c:v>3875000</c:v>
                </c:pt>
                <c:pt idx="1063">
                  <c:v>500000</c:v>
                </c:pt>
                <c:pt idx="1064">
                  <c:v>1225000</c:v>
                </c:pt>
                <c:pt idx="1065">
                  <c:v>1789999</c:v>
                </c:pt>
                <c:pt idx="1066">
                  <c:v>240000</c:v>
                </c:pt>
                <c:pt idx="1067">
                  <c:v>240000</c:v>
                </c:pt>
                <c:pt idx="1068">
                  <c:v>935000</c:v>
                </c:pt>
                <c:pt idx="1069">
                  <c:v>775000</c:v>
                </c:pt>
                <c:pt idx="1070">
                  <c:v>950000</c:v>
                </c:pt>
                <c:pt idx="1071">
                  <c:v>549000</c:v>
                </c:pt>
                <c:pt idx="1072">
                  <c:v>645000</c:v>
                </c:pt>
                <c:pt idx="1073">
                  <c:v>3400000</c:v>
                </c:pt>
                <c:pt idx="1074">
                  <c:v>645000</c:v>
                </c:pt>
                <c:pt idx="1075">
                  <c:v>2600000</c:v>
                </c:pt>
                <c:pt idx="1076">
                  <c:v>1375000</c:v>
                </c:pt>
                <c:pt idx="1077">
                  <c:v>1340000</c:v>
                </c:pt>
                <c:pt idx="1078">
                  <c:v>840000</c:v>
                </c:pt>
                <c:pt idx="1079">
                  <c:v>525000</c:v>
                </c:pt>
                <c:pt idx="1080">
                  <c:v>625000</c:v>
                </c:pt>
                <c:pt idx="1081">
                  <c:v>215000</c:v>
                </c:pt>
                <c:pt idx="1082">
                  <c:v>595000</c:v>
                </c:pt>
                <c:pt idx="1083">
                  <c:v>4150000</c:v>
                </c:pt>
                <c:pt idx="1084">
                  <c:v>750000</c:v>
                </c:pt>
                <c:pt idx="1085">
                  <c:v>550000</c:v>
                </c:pt>
                <c:pt idx="1086">
                  <c:v>450000</c:v>
                </c:pt>
                <c:pt idx="1087">
                  <c:v>4175000</c:v>
                </c:pt>
                <c:pt idx="1088">
                  <c:v>2700000</c:v>
                </c:pt>
                <c:pt idx="1089">
                  <c:v>6150000</c:v>
                </c:pt>
                <c:pt idx="1090">
                  <c:v>565000</c:v>
                </c:pt>
                <c:pt idx="1091">
                  <c:v>369000</c:v>
                </c:pt>
                <c:pt idx="1092">
                  <c:v>2199000</c:v>
                </c:pt>
                <c:pt idx="1093">
                  <c:v>1251000</c:v>
                </c:pt>
                <c:pt idx="1094">
                  <c:v>540000</c:v>
                </c:pt>
                <c:pt idx="1095">
                  <c:v>1245000</c:v>
                </c:pt>
                <c:pt idx="1096">
                  <c:v>4749000</c:v>
                </c:pt>
                <c:pt idx="1097">
                  <c:v>365000</c:v>
                </c:pt>
                <c:pt idx="1098">
                  <c:v>4300000</c:v>
                </c:pt>
                <c:pt idx="1099">
                  <c:v>825000</c:v>
                </c:pt>
                <c:pt idx="1100">
                  <c:v>325000</c:v>
                </c:pt>
                <c:pt idx="1101">
                  <c:v>400000</c:v>
                </c:pt>
                <c:pt idx="1102">
                  <c:v>3600000</c:v>
                </c:pt>
                <c:pt idx="1103">
                  <c:v>671000</c:v>
                </c:pt>
                <c:pt idx="1104">
                  <c:v>3400000</c:v>
                </c:pt>
                <c:pt idx="1105">
                  <c:v>3200000</c:v>
                </c:pt>
                <c:pt idx="1106">
                  <c:v>775000</c:v>
                </c:pt>
                <c:pt idx="1107">
                  <c:v>2150000</c:v>
                </c:pt>
                <c:pt idx="1108">
                  <c:v>4700000</c:v>
                </c:pt>
                <c:pt idx="1109">
                  <c:v>145000</c:v>
                </c:pt>
                <c:pt idx="1110">
                  <c:v>3590000</c:v>
                </c:pt>
                <c:pt idx="1111">
                  <c:v>375000</c:v>
                </c:pt>
                <c:pt idx="1112">
                  <c:v>645000</c:v>
                </c:pt>
                <c:pt idx="1113">
                  <c:v>11500000</c:v>
                </c:pt>
                <c:pt idx="1114">
                  <c:v>509999</c:v>
                </c:pt>
                <c:pt idx="1115">
                  <c:v>545000</c:v>
                </c:pt>
                <c:pt idx="1116">
                  <c:v>835000</c:v>
                </c:pt>
                <c:pt idx="1117">
                  <c:v>960000</c:v>
                </c:pt>
                <c:pt idx="1118">
                  <c:v>540000</c:v>
                </c:pt>
                <c:pt idx="1119">
                  <c:v>1475000</c:v>
                </c:pt>
                <c:pt idx="1120">
                  <c:v>3600000</c:v>
                </c:pt>
                <c:pt idx="1121">
                  <c:v>1175000</c:v>
                </c:pt>
                <c:pt idx="1122">
                  <c:v>475000</c:v>
                </c:pt>
                <c:pt idx="1123">
                  <c:v>9900000</c:v>
                </c:pt>
                <c:pt idx="1124">
                  <c:v>650000</c:v>
                </c:pt>
                <c:pt idx="1125">
                  <c:v>370000</c:v>
                </c:pt>
                <c:pt idx="1126">
                  <c:v>875000</c:v>
                </c:pt>
                <c:pt idx="1127">
                  <c:v>695000</c:v>
                </c:pt>
                <c:pt idx="1128">
                  <c:v>2275000</c:v>
                </c:pt>
                <c:pt idx="1129">
                  <c:v>2700000</c:v>
                </c:pt>
                <c:pt idx="1130">
                  <c:v>545000</c:v>
                </c:pt>
                <c:pt idx="1131">
                  <c:v>540000</c:v>
                </c:pt>
                <c:pt idx="1132">
                  <c:v>1099000</c:v>
                </c:pt>
                <c:pt idx="1133">
                  <c:v>1125000</c:v>
                </c:pt>
                <c:pt idx="1134">
                  <c:v>1299000</c:v>
                </c:pt>
                <c:pt idx="1135">
                  <c:v>1600000</c:v>
                </c:pt>
                <c:pt idx="1136">
                  <c:v>10800000</c:v>
                </c:pt>
                <c:pt idx="1137">
                  <c:v>1190000</c:v>
                </c:pt>
                <c:pt idx="1138">
                  <c:v>795000</c:v>
                </c:pt>
                <c:pt idx="1139">
                  <c:v>459999</c:v>
                </c:pt>
                <c:pt idx="1140">
                  <c:v>3400000</c:v>
                </c:pt>
                <c:pt idx="1141">
                  <c:v>1050000</c:v>
                </c:pt>
                <c:pt idx="1142">
                  <c:v>385000</c:v>
                </c:pt>
                <c:pt idx="1143">
                  <c:v>585000</c:v>
                </c:pt>
                <c:pt idx="1144">
                  <c:v>1650000</c:v>
                </c:pt>
                <c:pt idx="1145">
                  <c:v>625000</c:v>
                </c:pt>
                <c:pt idx="1146">
                  <c:v>910000</c:v>
                </c:pt>
                <c:pt idx="1147">
                  <c:v>1275000</c:v>
                </c:pt>
                <c:pt idx="1148">
                  <c:v>585000</c:v>
                </c:pt>
                <c:pt idx="1149">
                  <c:v>1035000</c:v>
                </c:pt>
                <c:pt idx="1150">
                  <c:v>1075000</c:v>
                </c:pt>
                <c:pt idx="1151">
                  <c:v>1650000</c:v>
                </c:pt>
                <c:pt idx="1152">
                  <c:v>1575000</c:v>
                </c:pt>
                <c:pt idx="1153">
                  <c:v>1950000</c:v>
                </c:pt>
                <c:pt idx="1154">
                  <c:v>6390000</c:v>
                </c:pt>
                <c:pt idx="1155">
                  <c:v>1080000</c:v>
                </c:pt>
                <c:pt idx="1156">
                  <c:v>5500000</c:v>
                </c:pt>
                <c:pt idx="1157">
                  <c:v>1080000</c:v>
                </c:pt>
                <c:pt idx="1158">
                  <c:v>335000</c:v>
                </c:pt>
                <c:pt idx="1159">
                  <c:v>1185000</c:v>
                </c:pt>
                <c:pt idx="1160">
                  <c:v>894999</c:v>
                </c:pt>
                <c:pt idx="1161">
                  <c:v>650000</c:v>
                </c:pt>
                <c:pt idx="1162">
                  <c:v>550000</c:v>
                </c:pt>
                <c:pt idx="1163">
                  <c:v>550000</c:v>
                </c:pt>
                <c:pt idx="1164">
                  <c:v>1650000</c:v>
                </c:pt>
                <c:pt idx="1165">
                  <c:v>1600000</c:v>
                </c:pt>
                <c:pt idx="1166">
                  <c:v>1175000</c:v>
                </c:pt>
                <c:pt idx="1167">
                  <c:v>1995000</c:v>
                </c:pt>
                <c:pt idx="1168">
                  <c:v>575000</c:v>
                </c:pt>
                <c:pt idx="1169">
                  <c:v>1975000</c:v>
                </c:pt>
                <c:pt idx="1170">
                  <c:v>1625000</c:v>
                </c:pt>
                <c:pt idx="1171">
                  <c:v>695000</c:v>
                </c:pt>
                <c:pt idx="1172">
                  <c:v>875000</c:v>
                </c:pt>
                <c:pt idx="1173">
                  <c:v>1495000</c:v>
                </c:pt>
                <c:pt idx="1174">
                  <c:v>725000</c:v>
                </c:pt>
                <c:pt idx="1175">
                  <c:v>875000</c:v>
                </c:pt>
                <c:pt idx="1176">
                  <c:v>2250000</c:v>
                </c:pt>
                <c:pt idx="1177">
                  <c:v>2350000</c:v>
                </c:pt>
                <c:pt idx="1178">
                  <c:v>2690000</c:v>
                </c:pt>
                <c:pt idx="1179">
                  <c:v>695000</c:v>
                </c:pt>
                <c:pt idx="1180">
                  <c:v>600000</c:v>
                </c:pt>
                <c:pt idx="1181">
                  <c:v>375000</c:v>
                </c:pt>
                <c:pt idx="1182">
                  <c:v>315000</c:v>
                </c:pt>
                <c:pt idx="1183">
                  <c:v>775000</c:v>
                </c:pt>
                <c:pt idx="1184">
                  <c:v>3075000</c:v>
                </c:pt>
                <c:pt idx="1185">
                  <c:v>415000</c:v>
                </c:pt>
                <c:pt idx="1186">
                  <c:v>765000</c:v>
                </c:pt>
                <c:pt idx="1187">
                  <c:v>520000</c:v>
                </c:pt>
                <c:pt idx="1188">
                  <c:v>3900000</c:v>
                </c:pt>
                <c:pt idx="1189">
                  <c:v>850000</c:v>
                </c:pt>
                <c:pt idx="1190">
                  <c:v>969999</c:v>
                </c:pt>
                <c:pt idx="1191">
                  <c:v>575000</c:v>
                </c:pt>
                <c:pt idx="1192">
                  <c:v>3900000</c:v>
                </c:pt>
                <c:pt idx="1193">
                  <c:v>1395000</c:v>
                </c:pt>
                <c:pt idx="1194">
                  <c:v>1625000</c:v>
                </c:pt>
                <c:pt idx="1195">
                  <c:v>1499000</c:v>
                </c:pt>
                <c:pt idx="1196">
                  <c:v>2050000</c:v>
                </c:pt>
                <c:pt idx="1197">
                  <c:v>1300000</c:v>
                </c:pt>
                <c:pt idx="1198">
                  <c:v>3199000</c:v>
                </c:pt>
                <c:pt idx="1199">
                  <c:v>450000</c:v>
                </c:pt>
                <c:pt idx="1200">
                  <c:v>675000</c:v>
                </c:pt>
                <c:pt idx="1201">
                  <c:v>280000</c:v>
                </c:pt>
                <c:pt idx="1202">
                  <c:v>425000</c:v>
                </c:pt>
                <c:pt idx="1203">
                  <c:v>20000000</c:v>
                </c:pt>
                <c:pt idx="1204">
                  <c:v>1250000</c:v>
                </c:pt>
                <c:pt idx="1205">
                  <c:v>1175000</c:v>
                </c:pt>
                <c:pt idx="1206">
                  <c:v>545000</c:v>
                </c:pt>
                <c:pt idx="1207">
                  <c:v>500000</c:v>
                </c:pt>
                <c:pt idx="1208">
                  <c:v>390000</c:v>
                </c:pt>
                <c:pt idx="1209">
                  <c:v>575000</c:v>
                </c:pt>
                <c:pt idx="1210">
                  <c:v>2100000</c:v>
                </c:pt>
                <c:pt idx="1211">
                  <c:v>250000</c:v>
                </c:pt>
                <c:pt idx="1212">
                  <c:v>685000</c:v>
                </c:pt>
                <c:pt idx="1213">
                  <c:v>320000</c:v>
                </c:pt>
                <c:pt idx="1214">
                  <c:v>620000</c:v>
                </c:pt>
                <c:pt idx="1215">
                  <c:v>600000</c:v>
                </c:pt>
                <c:pt idx="1216">
                  <c:v>1750000</c:v>
                </c:pt>
                <c:pt idx="1217">
                  <c:v>4950000</c:v>
                </c:pt>
                <c:pt idx="1218">
                  <c:v>1015000</c:v>
                </c:pt>
                <c:pt idx="1219">
                  <c:v>390000</c:v>
                </c:pt>
                <c:pt idx="1220">
                  <c:v>755000</c:v>
                </c:pt>
                <c:pt idx="1221">
                  <c:v>1825000</c:v>
                </c:pt>
                <c:pt idx="1222">
                  <c:v>416000</c:v>
                </c:pt>
                <c:pt idx="1223">
                  <c:v>325000</c:v>
                </c:pt>
                <c:pt idx="1224">
                  <c:v>218000</c:v>
                </c:pt>
                <c:pt idx="1225">
                  <c:v>2800000</c:v>
                </c:pt>
                <c:pt idx="1226">
                  <c:v>650000</c:v>
                </c:pt>
                <c:pt idx="1227">
                  <c:v>790000</c:v>
                </c:pt>
                <c:pt idx="1228">
                  <c:v>540000</c:v>
                </c:pt>
                <c:pt idx="1229">
                  <c:v>375000</c:v>
                </c:pt>
                <c:pt idx="1230">
                  <c:v>3990000</c:v>
                </c:pt>
                <c:pt idx="1231">
                  <c:v>245000</c:v>
                </c:pt>
                <c:pt idx="1232">
                  <c:v>260000</c:v>
                </c:pt>
                <c:pt idx="1233">
                  <c:v>3200000</c:v>
                </c:pt>
                <c:pt idx="1234">
                  <c:v>240000</c:v>
                </c:pt>
                <c:pt idx="1235">
                  <c:v>800000</c:v>
                </c:pt>
                <c:pt idx="1236">
                  <c:v>745000</c:v>
                </c:pt>
                <c:pt idx="1237">
                  <c:v>7390000</c:v>
                </c:pt>
                <c:pt idx="1238">
                  <c:v>5900000</c:v>
                </c:pt>
                <c:pt idx="1239">
                  <c:v>675000</c:v>
                </c:pt>
                <c:pt idx="1240">
                  <c:v>2650000</c:v>
                </c:pt>
                <c:pt idx="1241">
                  <c:v>620000</c:v>
                </c:pt>
                <c:pt idx="1242">
                  <c:v>297000</c:v>
                </c:pt>
                <c:pt idx="1243">
                  <c:v>500000</c:v>
                </c:pt>
                <c:pt idx="1244">
                  <c:v>1149000</c:v>
                </c:pt>
                <c:pt idx="1245">
                  <c:v>2650000</c:v>
                </c:pt>
                <c:pt idx="1246">
                  <c:v>1375000</c:v>
                </c:pt>
                <c:pt idx="1247">
                  <c:v>235000</c:v>
                </c:pt>
                <c:pt idx="1248">
                  <c:v>2280000</c:v>
                </c:pt>
                <c:pt idx="1249">
                  <c:v>3090000</c:v>
                </c:pt>
                <c:pt idx="1250">
                  <c:v>4375000</c:v>
                </c:pt>
                <c:pt idx="1251">
                  <c:v>749000</c:v>
                </c:pt>
                <c:pt idx="1252">
                  <c:v>4800000</c:v>
                </c:pt>
                <c:pt idx="1253">
                  <c:v>785000</c:v>
                </c:pt>
                <c:pt idx="1254">
                  <c:v>750000</c:v>
                </c:pt>
                <c:pt idx="1255">
                  <c:v>4150000</c:v>
                </c:pt>
                <c:pt idx="1256">
                  <c:v>320000</c:v>
                </c:pt>
                <c:pt idx="1257">
                  <c:v>1750000</c:v>
                </c:pt>
                <c:pt idx="1258">
                  <c:v>944999</c:v>
                </c:pt>
                <c:pt idx="1259">
                  <c:v>27500000</c:v>
                </c:pt>
                <c:pt idx="1260">
                  <c:v>4100000</c:v>
                </c:pt>
                <c:pt idx="1261">
                  <c:v>1750000</c:v>
                </c:pt>
                <c:pt idx="1262">
                  <c:v>811000</c:v>
                </c:pt>
                <c:pt idx="1263">
                  <c:v>6900000</c:v>
                </c:pt>
                <c:pt idx="1264">
                  <c:v>725000</c:v>
                </c:pt>
                <c:pt idx="1265">
                  <c:v>4600000</c:v>
                </c:pt>
                <c:pt idx="1266">
                  <c:v>1485000</c:v>
                </c:pt>
                <c:pt idx="1267">
                  <c:v>19300000</c:v>
                </c:pt>
                <c:pt idx="1268">
                  <c:v>650000</c:v>
                </c:pt>
                <c:pt idx="1269">
                  <c:v>590000</c:v>
                </c:pt>
                <c:pt idx="1270">
                  <c:v>495000</c:v>
                </c:pt>
                <c:pt idx="1271">
                  <c:v>695000</c:v>
                </c:pt>
                <c:pt idx="1272">
                  <c:v>799000</c:v>
                </c:pt>
                <c:pt idx="1273">
                  <c:v>325000</c:v>
                </c:pt>
                <c:pt idx="1274">
                  <c:v>1190000</c:v>
                </c:pt>
                <c:pt idx="1275">
                  <c:v>5800000</c:v>
                </c:pt>
                <c:pt idx="1276">
                  <c:v>140000</c:v>
                </c:pt>
                <c:pt idx="1277">
                  <c:v>750000</c:v>
                </c:pt>
                <c:pt idx="1278">
                  <c:v>2600000</c:v>
                </c:pt>
                <c:pt idx="1279">
                  <c:v>299000</c:v>
                </c:pt>
                <c:pt idx="1280">
                  <c:v>3470000</c:v>
                </c:pt>
                <c:pt idx="1281">
                  <c:v>1075000</c:v>
                </c:pt>
                <c:pt idx="1282">
                  <c:v>650000</c:v>
                </c:pt>
                <c:pt idx="1283">
                  <c:v>425000</c:v>
                </c:pt>
                <c:pt idx="1284">
                  <c:v>445000</c:v>
                </c:pt>
                <c:pt idx="1285">
                  <c:v>1225000</c:v>
                </c:pt>
                <c:pt idx="1286">
                  <c:v>1350000</c:v>
                </c:pt>
                <c:pt idx="1287">
                  <c:v>345000</c:v>
                </c:pt>
                <c:pt idx="1288">
                  <c:v>1450000</c:v>
                </c:pt>
                <c:pt idx="1289">
                  <c:v>2749000</c:v>
                </c:pt>
                <c:pt idx="1290">
                  <c:v>141000</c:v>
                </c:pt>
                <c:pt idx="1291">
                  <c:v>1375000</c:v>
                </c:pt>
                <c:pt idx="1292">
                  <c:v>1825000</c:v>
                </c:pt>
                <c:pt idx="1293">
                  <c:v>4900000</c:v>
                </c:pt>
                <c:pt idx="1294">
                  <c:v>525000</c:v>
                </c:pt>
                <c:pt idx="1295">
                  <c:v>3300000</c:v>
                </c:pt>
                <c:pt idx="1296">
                  <c:v>405000</c:v>
                </c:pt>
                <c:pt idx="1297">
                  <c:v>2550000</c:v>
                </c:pt>
                <c:pt idx="1298">
                  <c:v>875000</c:v>
                </c:pt>
                <c:pt idx="1299">
                  <c:v>355000</c:v>
                </c:pt>
                <c:pt idx="1300">
                  <c:v>925000</c:v>
                </c:pt>
                <c:pt idx="1301">
                  <c:v>6500000</c:v>
                </c:pt>
                <c:pt idx="1302">
                  <c:v>625000</c:v>
                </c:pt>
                <c:pt idx="1303">
                  <c:v>425000</c:v>
                </c:pt>
                <c:pt idx="1304">
                  <c:v>550000</c:v>
                </c:pt>
                <c:pt idx="1305">
                  <c:v>434999</c:v>
                </c:pt>
                <c:pt idx="1306">
                  <c:v>5900000</c:v>
                </c:pt>
                <c:pt idx="1307">
                  <c:v>3500000</c:v>
                </c:pt>
                <c:pt idx="1308">
                  <c:v>1750000</c:v>
                </c:pt>
                <c:pt idx="1309">
                  <c:v>475000</c:v>
                </c:pt>
                <c:pt idx="1310">
                  <c:v>425000</c:v>
                </c:pt>
                <c:pt idx="1311">
                  <c:v>675000</c:v>
                </c:pt>
                <c:pt idx="1312">
                  <c:v>675000</c:v>
                </c:pt>
                <c:pt idx="1313">
                  <c:v>1725000</c:v>
                </c:pt>
                <c:pt idx="1314">
                  <c:v>1760000</c:v>
                </c:pt>
                <c:pt idx="1315">
                  <c:v>730000</c:v>
                </c:pt>
                <c:pt idx="1316">
                  <c:v>301000</c:v>
                </c:pt>
                <c:pt idx="1317">
                  <c:v>275000</c:v>
                </c:pt>
                <c:pt idx="1318">
                  <c:v>225000</c:v>
                </c:pt>
                <c:pt idx="1319">
                  <c:v>185000</c:v>
                </c:pt>
                <c:pt idx="1320">
                  <c:v>285000</c:v>
                </c:pt>
                <c:pt idx="1321">
                  <c:v>350000</c:v>
                </c:pt>
                <c:pt idx="1322">
                  <c:v>20000000</c:v>
                </c:pt>
                <c:pt idx="1323">
                  <c:v>12900000</c:v>
                </c:pt>
                <c:pt idx="1324">
                  <c:v>1650000</c:v>
                </c:pt>
                <c:pt idx="1325">
                  <c:v>265000</c:v>
                </c:pt>
                <c:pt idx="1326">
                  <c:v>395000</c:v>
                </c:pt>
                <c:pt idx="1327">
                  <c:v>500000</c:v>
                </c:pt>
                <c:pt idx="1328">
                  <c:v>2770000</c:v>
                </c:pt>
                <c:pt idx="1329">
                  <c:v>2450000</c:v>
                </c:pt>
                <c:pt idx="1330">
                  <c:v>3125000</c:v>
                </c:pt>
                <c:pt idx="1331">
                  <c:v>2950000</c:v>
                </c:pt>
                <c:pt idx="1332">
                  <c:v>620000</c:v>
                </c:pt>
                <c:pt idx="1333">
                  <c:v>2250000</c:v>
                </c:pt>
                <c:pt idx="1334">
                  <c:v>565000</c:v>
                </c:pt>
                <c:pt idx="1335">
                  <c:v>550000</c:v>
                </c:pt>
                <c:pt idx="1336">
                  <c:v>178000</c:v>
                </c:pt>
                <c:pt idx="1337">
                  <c:v>1550000</c:v>
                </c:pt>
                <c:pt idx="1338">
                  <c:v>711000</c:v>
                </c:pt>
                <c:pt idx="1339">
                  <c:v>375000</c:v>
                </c:pt>
                <c:pt idx="1340">
                  <c:v>4475000</c:v>
                </c:pt>
                <c:pt idx="1341">
                  <c:v>9100000</c:v>
                </c:pt>
                <c:pt idx="1342">
                  <c:v>245000</c:v>
                </c:pt>
                <c:pt idx="1343">
                  <c:v>690000</c:v>
                </c:pt>
                <c:pt idx="1344">
                  <c:v>944999</c:v>
                </c:pt>
                <c:pt idx="1345">
                  <c:v>1350000</c:v>
                </c:pt>
                <c:pt idx="1346">
                  <c:v>850000</c:v>
                </c:pt>
                <c:pt idx="1347">
                  <c:v>1200000</c:v>
                </c:pt>
                <c:pt idx="1348">
                  <c:v>329000</c:v>
                </c:pt>
                <c:pt idx="1349">
                  <c:v>300000</c:v>
                </c:pt>
                <c:pt idx="1350">
                  <c:v>1150000</c:v>
                </c:pt>
                <c:pt idx="1351">
                  <c:v>4900000</c:v>
                </c:pt>
                <c:pt idx="1352">
                  <c:v>465000</c:v>
                </c:pt>
                <c:pt idx="1353">
                  <c:v>2350000</c:v>
                </c:pt>
                <c:pt idx="1354">
                  <c:v>250000</c:v>
                </c:pt>
                <c:pt idx="1355">
                  <c:v>1950000</c:v>
                </c:pt>
                <c:pt idx="1356">
                  <c:v>2975000</c:v>
                </c:pt>
                <c:pt idx="1357">
                  <c:v>3800000</c:v>
                </c:pt>
                <c:pt idx="1358">
                  <c:v>330000</c:v>
                </c:pt>
                <c:pt idx="1359">
                  <c:v>409999</c:v>
                </c:pt>
                <c:pt idx="1360">
                  <c:v>575000</c:v>
                </c:pt>
                <c:pt idx="1361">
                  <c:v>270000</c:v>
                </c:pt>
                <c:pt idx="1362">
                  <c:v>434999</c:v>
                </c:pt>
                <c:pt idx="1363">
                  <c:v>465000</c:v>
                </c:pt>
                <c:pt idx="1364">
                  <c:v>6800000</c:v>
                </c:pt>
                <c:pt idx="1365">
                  <c:v>350000</c:v>
                </c:pt>
                <c:pt idx="1366">
                  <c:v>900000</c:v>
                </c:pt>
                <c:pt idx="1367">
                  <c:v>595000</c:v>
                </c:pt>
                <c:pt idx="1368">
                  <c:v>1260000</c:v>
                </c:pt>
                <c:pt idx="1369">
                  <c:v>599000</c:v>
                </c:pt>
                <c:pt idx="1370">
                  <c:v>1595000</c:v>
                </c:pt>
                <c:pt idx="1371">
                  <c:v>1798999</c:v>
                </c:pt>
                <c:pt idx="1372">
                  <c:v>636000</c:v>
                </c:pt>
                <c:pt idx="1373">
                  <c:v>950000</c:v>
                </c:pt>
                <c:pt idx="1374">
                  <c:v>800000</c:v>
                </c:pt>
                <c:pt idx="1375">
                  <c:v>434000</c:v>
                </c:pt>
                <c:pt idx="1376">
                  <c:v>625000</c:v>
                </c:pt>
                <c:pt idx="1377">
                  <c:v>245000</c:v>
                </c:pt>
                <c:pt idx="1378">
                  <c:v>3100000</c:v>
                </c:pt>
                <c:pt idx="1379">
                  <c:v>1490000</c:v>
                </c:pt>
                <c:pt idx="1380">
                  <c:v>6000000</c:v>
                </c:pt>
                <c:pt idx="1381">
                  <c:v>295000</c:v>
                </c:pt>
                <c:pt idx="1382">
                  <c:v>450000</c:v>
                </c:pt>
                <c:pt idx="1383">
                  <c:v>1989999</c:v>
                </c:pt>
                <c:pt idx="1384">
                  <c:v>3900000</c:v>
                </c:pt>
                <c:pt idx="1385">
                  <c:v>635000</c:v>
                </c:pt>
                <c:pt idx="1386">
                  <c:v>575000</c:v>
                </c:pt>
                <c:pt idx="1387">
                  <c:v>590000</c:v>
                </c:pt>
                <c:pt idx="1388">
                  <c:v>1199000</c:v>
                </c:pt>
                <c:pt idx="1389">
                  <c:v>380000</c:v>
                </c:pt>
                <c:pt idx="1390">
                  <c:v>975000</c:v>
                </c:pt>
                <c:pt idx="1391">
                  <c:v>365000</c:v>
                </c:pt>
                <c:pt idx="1392">
                  <c:v>1000000</c:v>
                </c:pt>
                <c:pt idx="1393">
                  <c:v>1800000</c:v>
                </c:pt>
                <c:pt idx="1394">
                  <c:v>245000</c:v>
                </c:pt>
                <c:pt idx="1395">
                  <c:v>1275000</c:v>
                </c:pt>
                <c:pt idx="1396">
                  <c:v>7000000</c:v>
                </c:pt>
                <c:pt idx="1397">
                  <c:v>955000</c:v>
                </c:pt>
                <c:pt idx="1398">
                  <c:v>630000</c:v>
                </c:pt>
                <c:pt idx="1399">
                  <c:v>4475000</c:v>
                </c:pt>
                <c:pt idx="1400">
                  <c:v>1950000</c:v>
                </c:pt>
                <c:pt idx="1401">
                  <c:v>1295000</c:v>
                </c:pt>
                <c:pt idx="1402">
                  <c:v>890000</c:v>
                </c:pt>
                <c:pt idx="1403">
                  <c:v>6750000</c:v>
                </c:pt>
                <c:pt idx="1404">
                  <c:v>2275000</c:v>
                </c:pt>
                <c:pt idx="1405">
                  <c:v>1864999</c:v>
                </c:pt>
                <c:pt idx="1406">
                  <c:v>540000</c:v>
                </c:pt>
                <c:pt idx="1407">
                  <c:v>3125000</c:v>
                </c:pt>
                <c:pt idx="1408">
                  <c:v>2750000</c:v>
                </c:pt>
                <c:pt idx="1409">
                  <c:v>400000</c:v>
                </c:pt>
                <c:pt idx="1410">
                  <c:v>3750000</c:v>
                </c:pt>
                <c:pt idx="1411">
                  <c:v>800000</c:v>
                </c:pt>
                <c:pt idx="1412">
                  <c:v>780000</c:v>
                </c:pt>
                <c:pt idx="1413">
                  <c:v>220000</c:v>
                </c:pt>
                <c:pt idx="1414">
                  <c:v>225000</c:v>
                </c:pt>
                <c:pt idx="1415">
                  <c:v>2385000</c:v>
                </c:pt>
                <c:pt idx="1416">
                  <c:v>3400000</c:v>
                </c:pt>
                <c:pt idx="1417">
                  <c:v>2850000</c:v>
                </c:pt>
                <c:pt idx="1418">
                  <c:v>990000</c:v>
                </c:pt>
                <c:pt idx="1419">
                  <c:v>325000</c:v>
                </c:pt>
                <c:pt idx="1420">
                  <c:v>325000</c:v>
                </c:pt>
                <c:pt idx="1421">
                  <c:v>549000</c:v>
                </c:pt>
                <c:pt idx="1422">
                  <c:v>340000</c:v>
                </c:pt>
                <c:pt idx="1423">
                  <c:v>425000</c:v>
                </c:pt>
                <c:pt idx="1424">
                  <c:v>1689999</c:v>
                </c:pt>
                <c:pt idx="1425">
                  <c:v>2750000</c:v>
                </c:pt>
                <c:pt idx="1426">
                  <c:v>515000</c:v>
                </c:pt>
                <c:pt idx="1427">
                  <c:v>550000</c:v>
                </c:pt>
                <c:pt idx="1428">
                  <c:v>550000</c:v>
                </c:pt>
                <c:pt idx="1429">
                  <c:v>555000</c:v>
                </c:pt>
                <c:pt idx="1430">
                  <c:v>391000</c:v>
                </c:pt>
                <c:pt idx="1431">
                  <c:v>560000</c:v>
                </c:pt>
                <c:pt idx="1432">
                  <c:v>1420000</c:v>
                </c:pt>
                <c:pt idx="1433">
                  <c:v>950000</c:v>
                </c:pt>
                <c:pt idx="1434">
                  <c:v>490000</c:v>
                </c:pt>
                <c:pt idx="1435">
                  <c:v>1044999</c:v>
                </c:pt>
                <c:pt idx="1436">
                  <c:v>5200000</c:v>
                </c:pt>
                <c:pt idx="1437">
                  <c:v>1125000</c:v>
                </c:pt>
                <c:pt idx="1438">
                  <c:v>1950000</c:v>
                </c:pt>
                <c:pt idx="1439">
                  <c:v>260000</c:v>
                </c:pt>
                <c:pt idx="1440">
                  <c:v>165000</c:v>
                </c:pt>
                <c:pt idx="1441">
                  <c:v>490000</c:v>
                </c:pt>
                <c:pt idx="1442">
                  <c:v>185000</c:v>
                </c:pt>
                <c:pt idx="1443">
                  <c:v>375000</c:v>
                </c:pt>
                <c:pt idx="1444">
                  <c:v>975000</c:v>
                </c:pt>
                <c:pt idx="1445">
                  <c:v>450000</c:v>
                </c:pt>
                <c:pt idx="1446">
                  <c:v>459999</c:v>
                </c:pt>
                <c:pt idx="1447">
                  <c:v>5200000</c:v>
                </c:pt>
                <c:pt idx="1448">
                  <c:v>700000</c:v>
                </c:pt>
                <c:pt idx="1449">
                  <c:v>1025000</c:v>
                </c:pt>
                <c:pt idx="1450">
                  <c:v>380000</c:v>
                </c:pt>
                <c:pt idx="1451">
                  <c:v>819999</c:v>
                </c:pt>
                <c:pt idx="1452">
                  <c:v>1691000</c:v>
                </c:pt>
                <c:pt idx="1453">
                  <c:v>5200000</c:v>
                </c:pt>
                <c:pt idx="1454">
                  <c:v>725000</c:v>
                </c:pt>
                <c:pt idx="1455">
                  <c:v>725000</c:v>
                </c:pt>
                <c:pt idx="1456">
                  <c:v>155000</c:v>
                </c:pt>
                <c:pt idx="1457">
                  <c:v>700000</c:v>
                </c:pt>
                <c:pt idx="1458">
                  <c:v>235000</c:v>
                </c:pt>
                <c:pt idx="1459">
                  <c:v>1975000</c:v>
                </c:pt>
                <c:pt idx="1460">
                  <c:v>810000</c:v>
                </c:pt>
                <c:pt idx="1461">
                  <c:v>1350000</c:v>
                </c:pt>
                <c:pt idx="1462">
                  <c:v>450000</c:v>
                </c:pt>
                <c:pt idx="1463">
                  <c:v>250000</c:v>
                </c:pt>
                <c:pt idx="1464">
                  <c:v>819999</c:v>
                </c:pt>
                <c:pt idx="1465">
                  <c:v>2690000</c:v>
                </c:pt>
                <c:pt idx="1466">
                  <c:v>1240000</c:v>
                </c:pt>
                <c:pt idx="1467">
                  <c:v>790000</c:v>
                </c:pt>
                <c:pt idx="1468">
                  <c:v>150000</c:v>
                </c:pt>
                <c:pt idx="1469">
                  <c:v>400000</c:v>
                </c:pt>
                <c:pt idx="1470">
                  <c:v>8300000</c:v>
                </c:pt>
                <c:pt idx="1471">
                  <c:v>6000000</c:v>
                </c:pt>
                <c:pt idx="1472">
                  <c:v>390000</c:v>
                </c:pt>
                <c:pt idx="1473">
                  <c:v>385000</c:v>
                </c:pt>
                <c:pt idx="1474">
                  <c:v>3650000</c:v>
                </c:pt>
                <c:pt idx="1475">
                  <c:v>547000</c:v>
                </c:pt>
                <c:pt idx="1476">
                  <c:v>1295000</c:v>
                </c:pt>
                <c:pt idx="1477">
                  <c:v>570000</c:v>
                </c:pt>
                <c:pt idx="1478">
                  <c:v>844999</c:v>
                </c:pt>
                <c:pt idx="1479">
                  <c:v>250000</c:v>
                </c:pt>
                <c:pt idx="1480">
                  <c:v>1670000</c:v>
                </c:pt>
                <c:pt idx="1481">
                  <c:v>890000</c:v>
                </c:pt>
                <c:pt idx="1482">
                  <c:v>2380000</c:v>
                </c:pt>
                <c:pt idx="1483">
                  <c:v>775000</c:v>
                </c:pt>
                <c:pt idx="1484">
                  <c:v>7050000</c:v>
                </c:pt>
                <c:pt idx="1485">
                  <c:v>500000</c:v>
                </c:pt>
                <c:pt idx="1486">
                  <c:v>675000</c:v>
                </c:pt>
                <c:pt idx="1487">
                  <c:v>525000</c:v>
                </c:pt>
                <c:pt idx="1488">
                  <c:v>850000</c:v>
                </c:pt>
                <c:pt idx="1489">
                  <c:v>390000</c:v>
                </c:pt>
                <c:pt idx="1490">
                  <c:v>965000</c:v>
                </c:pt>
                <c:pt idx="1491">
                  <c:v>975000</c:v>
                </c:pt>
                <c:pt idx="1492">
                  <c:v>3025000</c:v>
                </c:pt>
                <c:pt idx="1493">
                  <c:v>650000</c:v>
                </c:pt>
                <c:pt idx="1494">
                  <c:v>1390000</c:v>
                </c:pt>
                <c:pt idx="1495">
                  <c:v>950000</c:v>
                </c:pt>
                <c:pt idx="1496">
                  <c:v>5900000</c:v>
                </c:pt>
                <c:pt idx="1497">
                  <c:v>409999</c:v>
                </c:pt>
                <c:pt idx="1498">
                  <c:v>575000</c:v>
                </c:pt>
                <c:pt idx="1499">
                  <c:v>1450000</c:v>
                </c:pt>
                <c:pt idx="1500">
                  <c:v>185000</c:v>
                </c:pt>
                <c:pt idx="1501">
                  <c:v>1650000</c:v>
                </c:pt>
                <c:pt idx="1502">
                  <c:v>823000</c:v>
                </c:pt>
                <c:pt idx="1503">
                  <c:v>2095000</c:v>
                </c:pt>
                <c:pt idx="1504">
                  <c:v>350000</c:v>
                </c:pt>
                <c:pt idx="1505">
                  <c:v>335000</c:v>
                </c:pt>
                <c:pt idx="1506">
                  <c:v>649000</c:v>
                </c:pt>
                <c:pt idx="1507">
                  <c:v>400000</c:v>
                </c:pt>
                <c:pt idx="1508">
                  <c:v>5500000</c:v>
                </c:pt>
                <c:pt idx="1509">
                  <c:v>1375000</c:v>
                </c:pt>
                <c:pt idx="1510">
                  <c:v>1190000</c:v>
                </c:pt>
                <c:pt idx="1511">
                  <c:v>1930000</c:v>
                </c:pt>
                <c:pt idx="1512">
                  <c:v>990000</c:v>
                </c:pt>
                <c:pt idx="1513">
                  <c:v>725000</c:v>
                </c:pt>
                <c:pt idx="1514">
                  <c:v>6100000</c:v>
                </c:pt>
                <c:pt idx="1515">
                  <c:v>575000</c:v>
                </c:pt>
                <c:pt idx="1516">
                  <c:v>3200000</c:v>
                </c:pt>
                <c:pt idx="1517">
                  <c:v>2850000</c:v>
                </c:pt>
                <c:pt idx="1518">
                  <c:v>725000</c:v>
                </c:pt>
                <c:pt idx="1519">
                  <c:v>380000</c:v>
                </c:pt>
                <c:pt idx="1520">
                  <c:v>434999</c:v>
                </c:pt>
                <c:pt idx="1521">
                  <c:v>425000</c:v>
                </c:pt>
                <c:pt idx="1522">
                  <c:v>675000</c:v>
                </c:pt>
                <c:pt idx="1523">
                  <c:v>399000</c:v>
                </c:pt>
                <c:pt idx="1524">
                  <c:v>685000</c:v>
                </c:pt>
                <c:pt idx="1525">
                  <c:v>265000</c:v>
                </c:pt>
                <c:pt idx="1526">
                  <c:v>13100000</c:v>
                </c:pt>
                <c:pt idx="1527">
                  <c:v>2690000</c:v>
                </c:pt>
                <c:pt idx="1528">
                  <c:v>825000</c:v>
                </c:pt>
                <c:pt idx="1529">
                  <c:v>390000</c:v>
                </c:pt>
                <c:pt idx="1530">
                  <c:v>525000</c:v>
                </c:pt>
                <c:pt idx="1531">
                  <c:v>3450000</c:v>
                </c:pt>
                <c:pt idx="1532">
                  <c:v>2825000</c:v>
                </c:pt>
                <c:pt idx="1533">
                  <c:v>1090000</c:v>
                </c:pt>
                <c:pt idx="1534">
                  <c:v>275000</c:v>
                </c:pt>
                <c:pt idx="1535">
                  <c:v>434999</c:v>
                </c:pt>
                <c:pt idx="1536">
                  <c:v>2089999</c:v>
                </c:pt>
                <c:pt idx="1537">
                  <c:v>500000</c:v>
                </c:pt>
                <c:pt idx="1538">
                  <c:v>400000</c:v>
                </c:pt>
                <c:pt idx="1539">
                  <c:v>225000</c:v>
                </c:pt>
                <c:pt idx="1540">
                  <c:v>965000</c:v>
                </c:pt>
                <c:pt idx="1541">
                  <c:v>825000</c:v>
                </c:pt>
                <c:pt idx="1542">
                  <c:v>254999</c:v>
                </c:pt>
                <c:pt idx="1543">
                  <c:v>525000</c:v>
                </c:pt>
                <c:pt idx="1544">
                  <c:v>285000</c:v>
                </c:pt>
                <c:pt idx="1545">
                  <c:v>229999</c:v>
                </c:pt>
                <c:pt idx="1546">
                  <c:v>200000</c:v>
                </c:pt>
                <c:pt idx="1547">
                  <c:v>1011000</c:v>
                </c:pt>
                <c:pt idx="1548">
                  <c:v>6500000</c:v>
                </c:pt>
                <c:pt idx="1549">
                  <c:v>1063000</c:v>
                </c:pt>
                <c:pt idx="1550">
                  <c:v>675000</c:v>
                </c:pt>
                <c:pt idx="1551">
                  <c:v>7000000</c:v>
                </c:pt>
                <c:pt idx="1552">
                  <c:v>2175000</c:v>
                </c:pt>
                <c:pt idx="1553">
                  <c:v>690000</c:v>
                </c:pt>
                <c:pt idx="1554">
                  <c:v>1525000</c:v>
                </c:pt>
                <c:pt idx="1555">
                  <c:v>475000</c:v>
                </c:pt>
                <c:pt idx="1556">
                  <c:v>1123000</c:v>
                </c:pt>
                <c:pt idx="1557">
                  <c:v>990000</c:v>
                </c:pt>
                <c:pt idx="1558">
                  <c:v>5250000</c:v>
                </c:pt>
                <c:pt idx="1559">
                  <c:v>515000</c:v>
                </c:pt>
                <c:pt idx="1560">
                  <c:v>850000</c:v>
                </c:pt>
                <c:pt idx="1561">
                  <c:v>865000</c:v>
                </c:pt>
                <c:pt idx="1562">
                  <c:v>365000</c:v>
                </c:pt>
                <c:pt idx="1563">
                  <c:v>3390000</c:v>
                </c:pt>
                <c:pt idx="1564">
                  <c:v>1450000</c:v>
                </c:pt>
                <c:pt idx="1565">
                  <c:v>434999</c:v>
                </c:pt>
                <c:pt idx="1566">
                  <c:v>650000</c:v>
                </c:pt>
                <c:pt idx="1567">
                  <c:v>1175000</c:v>
                </c:pt>
                <c:pt idx="1568">
                  <c:v>325000</c:v>
                </c:pt>
                <c:pt idx="1569">
                  <c:v>525000</c:v>
                </c:pt>
                <c:pt idx="1570">
                  <c:v>1225000</c:v>
                </c:pt>
                <c:pt idx="1571">
                  <c:v>4200000</c:v>
                </c:pt>
                <c:pt idx="1572">
                  <c:v>550000</c:v>
                </c:pt>
                <c:pt idx="1573">
                  <c:v>1275000</c:v>
                </c:pt>
                <c:pt idx="1574">
                  <c:v>1585000</c:v>
                </c:pt>
                <c:pt idx="1575">
                  <c:v>960000</c:v>
                </c:pt>
                <c:pt idx="1576">
                  <c:v>3900000</c:v>
                </c:pt>
                <c:pt idx="1577">
                  <c:v>434999</c:v>
                </c:pt>
                <c:pt idx="1578">
                  <c:v>650000</c:v>
                </c:pt>
                <c:pt idx="1579">
                  <c:v>775000</c:v>
                </c:pt>
                <c:pt idx="1580">
                  <c:v>185000</c:v>
                </c:pt>
                <c:pt idx="1581">
                  <c:v>560000</c:v>
                </c:pt>
                <c:pt idx="1582">
                  <c:v>1000000</c:v>
                </c:pt>
                <c:pt idx="1583">
                  <c:v>5000000</c:v>
                </c:pt>
                <c:pt idx="1584">
                  <c:v>635000</c:v>
                </c:pt>
                <c:pt idx="1585">
                  <c:v>650000</c:v>
                </c:pt>
                <c:pt idx="1586">
                  <c:v>345000</c:v>
                </c:pt>
                <c:pt idx="1587">
                  <c:v>865000</c:v>
                </c:pt>
                <c:pt idx="1588">
                  <c:v>1380000</c:v>
                </c:pt>
                <c:pt idx="1589">
                  <c:v>585000</c:v>
                </c:pt>
                <c:pt idx="1590">
                  <c:v>690000</c:v>
                </c:pt>
                <c:pt idx="1591">
                  <c:v>380000</c:v>
                </c:pt>
                <c:pt idx="1592">
                  <c:v>850000</c:v>
                </c:pt>
                <c:pt idx="1593">
                  <c:v>1750000</c:v>
                </c:pt>
                <c:pt idx="1594">
                  <c:v>275000</c:v>
                </c:pt>
                <c:pt idx="1595">
                  <c:v>690000</c:v>
                </c:pt>
                <c:pt idx="1596">
                  <c:v>1130000</c:v>
                </c:pt>
                <c:pt idx="1597">
                  <c:v>2295000</c:v>
                </c:pt>
                <c:pt idx="1598">
                  <c:v>4100000</c:v>
                </c:pt>
                <c:pt idx="1599">
                  <c:v>725000</c:v>
                </c:pt>
                <c:pt idx="1600">
                  <c:v>595000</c:v>
                </c:pt>
                <c:pt idx="1601">
                  <c:v>290000</c:v>
                </c:pt>
                <c:pt idx="1602">
                  <c:v>350000</c:v>
                </c:pt>
                <c:pt idx="1603">
                  <c:v>6100000</c:v>
                </c:pt>
                <c:pt idx="1604">
                  <c:v>1080000</c:v>
                </c:pt>
                <c:pt idx="1605">
                  <c:v>299000</c:v>
                </c:pt>
                <c:pt idx="1606">
                  <c:v>575000</c:v>
                </c:pt>
                <c:pt idx="1607">
                  <c:v>390000</c:v>
                </c:pt>
                <c:pt idx="1608">
                  <c:v>875000</c:v>
                </c:pt>
                <c:pt idx="1609">
                  <c:v>1175000</c:v>
                </c:pt>
                <c:pt idx="1610">
                  <c:v>260000</c:v>
                </c:pt>
                <c:pt idx="1611">
                  <c:v>650000</c:v>
                </c:pt>
                <c:pt idx="1612">
                  <c:v>625000</c:v>
                </c:pt>
                <c:pt idx="1613">
                  <c:v>1725000</c:v>
                </c:pt>
                <c:pt idx="1614">
                  <c:v>299000</c:v>
                </c:pt>
                <c:pt idx="1615">
                  <c:v>375000</c:v>
                </c:pt>
                <c:pt idx="1616">
                  <c:v>639000</c:v>
                </c:pt>
                <c:pt idx="1617">
                  <c:v>591000</c:v>
                </c:pt>
                <c:pt idx="1618">
                  <c:v>4200000</c:v>
                </c:pt>
                <c:pt idx="1619">
                  <c:v>250000</c:v>
                </c:pt>
                <c:pt idx="1620">
                  <c:v>1399000</c:v>
                </c:pt>
                <c:pt idx="1621">
                  <c:v>740000</c:v>
                </c:pt>
                <c:pt idx="1622">
                  <c:v>175000</c:v>
                </c:pt>
                <c:pt idx="1623">
                  <c:v>3750000</c:v>
                </c:pt>
                <c:pt idx="1624">
                  <c:v>1600000</c:v>
                </c:pt>
                <c:pt idx="1625">
                  <c:v>285000</c:v>
                </c:pt>
                <c:pt idx="1626">
                  <c:v>250000</c:v>
                </c:pt>
                <c:pt idx="1627">
                  <c:v>625000</c:v>
                </c:pt>
                <c:pt idx="1628">
                  <c:v>190000</c:v>
                </c:pt>
                <c:pt idx="1629">
                  <c:v>4800000</c:v>
                </c:pt>
                <c:pt idx="1630">
                  <c:v>575000</c:v>
                </c:pt>
                <c:pt idx="1631">
                  <c:v>2800000</c:v>
                </c:pt>
                <c:pt idx="1632">
                  <c:v>785000</c:v>
                </c:pt>
                <c:pt idx="1633">
                  <c:v>4575000</c:v>
                </c:pt>
                <c:pt idx="1634">
                  <c:v>1950000</c:v>
                </c:pt>
                <c:pt idx="1635">
                  <c:v>4800000</c:v>
                </c:pt>
                <c:pt idx="1636">
                  <c:v>1998999</c:v>
                </c:pt>
                <c:pt idx="1637">
                  <c:v>475000</c:v>
                </c:pt>
                <c:pt idx="1638">
                  <c:v>415000</c:v>
                </c:pt>
                <c:pt idx="1639">
                  <c:v>375000</c:v>
                </c:pt>
                <c:pt idx="1640">
                  <c:v>300000</c:v>
                </c:pt>
                <c:pt idx="1641">
                  <c:v>1500000</c:v>
                </c:pt>
                <c:pt idx="1642">
                  <c:v>975000</c:v>
                </c:pt>
                <c:pt idx="1643">
                  <c:v>370000</c:v>
                </c:pt>
                <c:pt idx="1644">
                  <c:v>250000</c:v>
                </c:pt>
                <c:pt idx="1645">
                  <c:v>3150000</c:v>
                </c:pt>
                <c:pt idx="1646">
                  <c:v>1115000</c:v>
                </c:pt>
                <c:pt idx="1647">
                  <c:v>130000</c:v>
                </c:pt>
                <c:pt idx="1648">
                  <c:v>299000</c:v>
                </c:pt>
                <c:pt idx="1649">
                  <c:v>300000</c:v>
                </c:pt>
                <c:pt idx="1650">
                  <c:v>3325000</c:v>
                </c:pt>
                <c:pt idx="1651">
                  <c:v>1950000</c:v>
                </c:pt>
                <c:pt idx="1652">
                  <c:v>500000</c:v>
                </c:pt>
                <c:pt idx="1653">
                  <c:v>595000</c:v>
                </c:pt>
                <c:pt idx="1654">
                  <c:v>484999</c:v>
                </c:pt>
                <c:pt idx="1655">
                  <c:v>1700000</c:v>
                </c:pt>
                <c:pt idx="1656">
                  <c:v>579000</c:v>
                </c:pt>
                <c:pt idx="1657">
                  <c:v>3800000</c:v>
                </c:pt>
                <c:pt idx="1658">
                  <c:v>3290000</c:v>
                </c:pt>
                <c:pt idx="1659">
                  <c:v>4250000</c:v>
                </c:pt>
                <c:pt idx="1660">
                  <c:v>775000</c:v>
                </c:pt>
                <c:pt idx="1661">
                  <c:v>345000</c:v>
                </c:pt>
                <c:pt idx="1662">
                  <c:v>4500000</c:v>
                </c:pt>
                <c:pt idx="1663">
                  <c:v>525000</c:v>
                </c:pt>
                <c:pt idx="1664">
                  <c:v>650000</c:v>
                </c:pt>
                <c:pt idx="1665">
                  <c:v>1074000</c:v>
                </c:pt>
                <c:pt idx="1666">
                  <c:v>1750000</c:v>
                </c:pt>
                <c:pt idx="1667">
                  <c:v>590000</c:v>
                </c:pt>
                <c:pt idx="1668">
                  <c:v>7990000</c:v>
                </c:pt>
                <c:pt idx="1669">
                  <c:v>1725000</c:v>
                </c:pt>
                <c:pt idx="1670">
                  <c:v>630000</c:v>
                </c:pt>
                <c:pt idx="1671">
                  <c:v>6975000</c:v>
                </c:pt>
                <c:pt idx="1672">
                  <c:v>1375000</c:v>
                </c:pt>
                <c:pt idx="1673">
                  <c:v>425000</c:v>
                </c:pt>
                <c:pt idx="1674">
                  <c:v>2196000</c:v>
                </c:pt>
                <c:pt idx="1675">
                  <c:v>200000</c:v>
                </c:pt>
                <c:pt idx="1676">
                  <c:v>250000</c:v>
                </c:pt>
                <c:pt idx="1677">
                  <c:v>2950000</c:v>
                </c:pt>
                <c:pt idx="1678">
                  <c:v>985000</c:v>
                </c:pt>
                <c:pt idx="1679">
                  <c:v>750000</c:v>
                </c:pt>
                <c:pt idx="1680">
                  <c:v>450000</c:v>
                </c:pt>
                <c:pt idx="1681">
                  <c:v>849000</c:v>
                </c:pt>
                <c:pt idx="1682">
                  <c:v>430000</c:v>
                </c:pt>
                <c:pt idx="1683">
                  <c:v>740000</c:v>
                </c:pt>
                <c:pt idx="1684">
                  <c:v>1975000</c:v>
                </c:pt>
                <c:pt idx="1685">
                  <c:v>12500000</c:v>
                </c:pt>
                <c:pt idx="1686">
                  <c:v>1260000</c:v>
                </c:pt>
                <c:pt idx="1687">
                  <c:v>250000</c:v>
                </c:pt>
                <c:pt idx="1688">
                  <c:v>975000</c:v>
                </c:pt>
                <c:pt idx="1689">
                  <c:v>4151000</c:v>
                </c:pt>
                <c:pt idx="1690">
                  <c:v>3250000</c:v>
                </c:pt>
                <c:pt idx="1691">
                  <c:v>3450000</c:v>
                </c:pt>
                <c:pt idx="1692">
                  <c:v>6680000</c:v>
                </c:pt>
                <c:pt idx="1693">
                  <c:v>600000</c:v>
                </c:pt>
                <c:pt idx="1694">
                  <c:v>1465000</c:v>
                </c:pt>
                <c:pt idx="1695">
                  <c:v>475000</c:v>
                </c:pt>
                <c:pt idx="1696">
                  <c:v>1000000</c:v>
                </c:pt>
                <c:pt idx="1697">
                  <c:v>1850000</c:v>
                </c:pt>
                <c:pt idx="1698">
                  <c:v>570000</c:v>
                </c:pt>
                <c:pt idx="1699">
                  <c:v>770000</c:v>
                </c:pt>
                <c:pt idx="1700">
                  <c:v>1040000</c:v>
                </c:pt>
                <c:pt idx="1701">
                  <c:v>675000</c:v>
                </c:pt>
                <c:pt idx="1702">
                  <c:v>450000</c:v>
                </c:pt>
                <c:pt idx="1703">
                  <c:v>800000</c:v>
                </c:pt>
                <c:pt idx="1704">
                  <c:v>2200000</c:v>
                </c:pt>
                <c:pt idx="1705">
                  <c:v>1075000</c:v>
                </c:pt>
                <c:pt idx="1706">
                  <c:v>560000</c:v>
                </c:pt>
                <c:pt idx="1707">
                  <c:v>450000</c:v>
                </c:pt>
                <c:pt idx="1708">
                  <c:v>4175000</c:v>
                </c:pt>
                <c:pt idx="1709">
                  <c:v>5200000</c:v>
                </c:pt>
                <c:pt idx="1710">
                  <c:v>810000</c:v>
                </c:pt>
                <c:pt idx="1711">
                  <c:v>1875000</c:v>
                </c:pt>
                <c:pt idx="1712">
                  <c:v>520000</c:v>
                </c:pt>
                <c:pt idx="1713">
                  <c:v>8900000</c:v>
                </c:pt>
                <c:pt idx="1714">
                  <c:v>5590000</c:v>
                </c:pt>
                <c:pt idx="1715">
                  <c:v>425000</c:v>
                </c:pt>
                <c:pt idx="1716">
                  <c:v>325000</c:v>
                </c:pt>
                <c:pt idx="1717">
                  <c:v>1889999</c:v>
                </c:pt>
                <c:pt idx="1718">
                  <c:v>1950000</c:v>
                </c:pt>
                <c:pt idx="1719">
                  <c:v>950000</c:v>
                </c:pt>
                <c:pt idx="1720">
                  <c:v>8500000</c:v>
                </c:pt>
                <c:pt idx="1721">
                  <c:v>1975000</c:v>
                </c:pt>
                <c:pt idx="1722">
                  <c:v>4200000</c:v>
                </c:pt>
                <c:pt idx="1723">
                  <c:v>3500000</c:v>
                </c:pt>
                <c:pt idx="1724">
                  <c:v>375000</c:v>
                </c:pt>
                <c:pt idx="1725">
                  <c:v>1825000</c:v>
                </c:pt>
                <c:pt idx="1726">
                  <c:v>1710000</c:v>
                </c:pt>
                <c:pt idx="1727">
                  <c:v>375000</c:v>
                </c:pt>
                <c:pt idx="1728">
                  <c:v>285000</c:v>
                </c:pt>
                <c:pt idx="1729">
                  <c:v>1850000</c:v>
                </c:pt>
                <c:pt idx="1730">
                  <c:v>621000</c:v>
                </c:pt>
                <c:pt idx="1731">
                  <c:v>1475000</c:v>
                </c:pt>
                <c:pt idx="1732">
                  <c:v>1800000</c:v>
                </c:pt>
                <c:pt idx="1733">
                  <c:v>399000</c:v>
                </c:pt>
                <c:pt idx="1734">
                  <c:v>890000</c:v>
                </c:pt>
                <c:pt idx="1735">
                  <c:v>1325000</c:v>
                </c:pt>
                <c:pt idx="1736">
                  <c:v>5300000</c:v>
                </c:pt>
                <c:pt idx="1737">
                  <c:v>4775000</c:v>
                </c:pt>
                <c:pt idx="1738">
                  <c:v>249000</c:v>
                </c:pt>
                <c:pt idx="1739">
                  <c:v>509999</c:v>
                </c:pt>
                <c:pt idx="1740">
                  <c:v>1450000</c:v>
                </c:pt>
                <c:pt idx="1741">
                  <c:v>640000</c:v>
                </c:pt>
                <c:pt idx="1742">
                  <c:v>299000</c:v>
                </c:pt>
                <c:pt idx="1743">
                  <c:v>195000</c:v>
                </c:pt>
                <c:pt idx="1744">
                  <c:v>1495000</c:v>
                </c:pt>
                <c:pt idx="1745">
                  <c:v>14900000</c:v>
                </c:pt>
                <c:pt idx="1746">
                  <c:v>350000</c:v>
                </c:pt>
                <c:pt idx="1747">
                  <c:v>1421000</c:v>
                </c:pt>
                <c:pt idx="1748">
                  <c:v>595000</c:v>
                </c:pt>
                <c:pt idx="1749">
                  <c:v>351000</c:v>
                </c:pt>
                <c:pt idx="1750">
                  <c:v>325000</c:v>
                </c:pt>
                <c:pt idx="1751">
                  <c:v>975000</c:v>
                </c:pt>
                <c:pt idx="1752">
                  <c:v>825000</c:v>
                </c:pt>
                <c:pt idx="1753">
                  <c:v>1050000</c:v>
                </c:pt>
                <c:pt idx="1754">
                  <c:v>1970000</c:v>
                </c:pt>
                <c:pt idx="1755">
                  <c:v>385000</c:v>
                </c:pt>
                <c:pt idx="1756">
                  <c:v>1525000</c:v>
                </c:pt>
                <c:pt idx="1757">
                  <c:v>4150000</c:v>
                </c:pt>
                <c:pt idx="1758">
                  <c:v>725000</c:v>
                </c:pt>
                <c:pt idx="1759">
                  <c:v>340000</c:v>
                </c:pt>
                <c:pt idx="1760">
                  <c:v>650000</c:v>
                </c:pt>
                <c:pt idx="1761">
                  <c:v>570000</c:v>
                </c:pt>
                <c:pt idx="1762">
                  <c:v>160000</c:v>
                </c:pt>
                <c:pt idx="1763">
                  <c:v>1220000</c:v>
                </c:pt>
                <c:pt idx="1764">
                  <c:v>800000</c:v>
                </c:pt>
                <c:pt idx="1765">
                  <c:v>660000</c:v>
                </c:pt>
                <c:pt idx="1766">
                  <c:v>575000</c:v>
                </c:pt>
                <c:pt idx="1767">
                  <c:v>240000</c:v>
                </c:pt>
                <c:pt idx="1768">
                  <c:v>950000</c:v>
                </c:pt>
                <c:pt idx="1769">
                  <c:v>419000</c:v>
                </c:pt>
                <c:pt idx="1770">
                  <c:v>750000</c:v>
                </c:pt>
                <c:pt idx="1771">
                  <c:v>3400000</c:v>
                </c:pt>
                <c:pt idx="1772">
                  <c:v>1160000</c:v>
                </c:pt>
                <c:pt idx="1773">
                  <c:v>1750000</c:v>
                </c:pt>
                <c:pt idx="1774">
                  <c:v>1575000</c:v>
                </c:pt>
                <c:pt idx="1775">
                  <c:v>2811000</c:v>
                </c:pt>
                <c:pt idx="1776">
                  <c:v>475000</c:v>
                </c:pt>
                <c:pt idx="1777">
                  <c:v>4351000</c:v>
                </c:pt>
                <c:pt idx="1778">
                  <c:v>850000</c:v>
                </c:pt>
                <c:pt idx="1779">
                  <c:v>1095000</c:v>
                </c:pt>
                <c:pt idx="1780">
                  <c:v>7700000</c:v>
                </c:pt>
                <c:pt idx="1781">
                  <c:v>5800000</c:v>
                </c:pt>
                <c:pt idx="1782">
                  <c:v>1925000</c:v>
                </c:pt>
                <c:pt idx="1783">
                  <c:v>305000</c:v>
                </c:pt>
                <c:pt idx="1784">
                  <c:v>385000</c:v>
                </c:pt>
                <c:pt idx="1785">
                  <c:v>500000</c:v>
                </c:pt>
                <c:pt idx="1786">
                  <c:v>655000</c:v>
                </c:pt>
                <c:pt idx="1787">
                  <c:v>925000</c:v>
                </c:pt>
                <c:pt idx="1788">
                  <c:v>690000</c:v>
                </c:pt>
                <c:pt idx="1789">
                  <c:v>1500000</c:v>
                </c:pt>
                <c:pt idx="1790">
                  <c:v>625000</c:v>
                </c:pt>
                <c:pt idx="1791">
                  <c:v>844999</c:v>
                </c:pt>
                <c:pt idx="1792">
                  <c:v>745000</c:v>
                </c:pt>
                <c:pt idx="1793">
                  <c:v>650000</c:v>
                </c:pt>
                <c:pt idx="1794">
                  <c:v>640000</c:v>
                </c:pt>
                <c:pt idx="1795">
                  <c:v>395000</c:v>
                </c:pt>
                <c:pt idx="1796">
                  <c:v>1390000</c:v>
                </c:pt>
                <c:pt idx="1797">
                  <c:v>365000</c:v>
                </c:pt>
                <c:pt idx="1798">
                  <c:v>451000</c:v>
                </c:pt>
                <c:pt idx="1799">
                  <c:v>130000</c:v>
                </c:pt>
                <c:pt idx="1800">
                  <c:v>2150000</c:v>
                </c:pt>
                <c:pt idx="1801">
                  <c:v>195000</c:v>
                </c:pt>
                <c:pt idx="1802">
                  <c:v>880000</c:v>
                </c:pt>
                <c:pt idx="1803">
                  <c:v>1180000</c:v>
                </c:pt>
                <c:pt idx="1804">
                  <c:v>285000</c:v>
                </c:pt>
                <c:pt idx="1805">
                  <c:v>7998999</c:v>
                </c:pt>
                <c:pt idx="1806">
                  <c:v>925000</c:v>
                </c:pt>
                <c:pt idx="1807">
                  <c:v>675000</c:v>
                </c:pt>
                <c:pt idx="1808">
                  <c:v>2500000</c:v>
                </c:pt>
                <c:pt idx="1809">
                  <c:v>3675000</c:v>
                </c:pt>
                <c:pt idx="1810">
                  <c:v>2400000</c:v>
                </c:pt>
                <c:pt idx="1811">
                  <c:v>1300000</c:v>
                </c:pt>
                <c:pt idx="1812">
                  <c:v>825000</c:v>
                </c:pt>
                <c:pt idx="1813">
                  <c:v>899000</c:v>
                </c:pt>
                <c:pt idx="1814">
                  <c:v>409999</c:v>
                </c:pt>
                <c:pt idx="1815">
                  <c:v>289000</c:v>
                </c:pt>
                <c:pt idx="1816">
                  <c:v>280000</c:v>
                </c:pt>
                <c:pt idx="1817">
                  <c:v>811999</c:v>
                </c:pt>
                <c:pt idx="1818">
                  <c:v>5400000</c:v>
                </c:pt>
                <c:pt idx="1819">
                  <c:v>220000</c:v>
                </c:pt>
                <c:pt idx="1820">
                  <c:v>625000</c:v>
                </c:pt>
                <c:pt idx="1821">
                  <c:v>725000</c:v>
                </c:pt>
                <c:pt idx="1822">
                  <c:v>4195000</c:v>
                </c:pt>
                <c:pt idx="1823">
                  <c:v>1450000</c:v>
                </c:pt>
                <c:pt idx="1824">
                  <c:v>425000</c:v>
                </c:pt>
                <c:pt idx="1825">
                  <c:v>250000</c:v>
                </c:pt>
                <c:pt idx="1826">
                  <c:v>800000</c:v>
                </c:pt>
                <c:pt idx="1827">
                  <c:v>875000</c:v>
                </c:pt>
                <c:pt idx="1828">
                  <c:v>2275000</c:v>
                </c:pt>
                <c:pt idx="1829">
                  <c:v>525000</c:v>
                </c:pt>
                <c:pt idx="1830">
                  <c:v>20000000</c:v>
                </c:pt>
                <c:pt idx="1831">
                  <c:v>1520000</c:v>
                </c:pt>
                <c:pt idx="1832">
                  <c:v>170000</c:v>
                </c:pt>
                <c:pt idx="1833">
                  <c:v>3300000</c:v>
                </c:pt>
                <c:pt idx="1834">
                  <c:v>575000</c:v>
                </c:pt>
                <c:pt idx="1835">
                  <c:v>190000</c:v>
                </c:pt>
                <c:pt idx="1836">
                  <c:v>755000</c:v>
                </c:pt>
                <c:pt idx="1837">
                  <c:v>1130000</c:v>
                </c:pt>
                <c:pt idx="1838">
                  <c:v>316000</c:v>
                </c:pt>
                <c:pt idx="1839">
                  <c:v>610000</c:v>
                </c:pt>
                <c:pt idx="1840">
                  <c:v>1875000</c:v>
                </c:pt>
                <c:pt idx="1841">
                  <c:v>480000</c:v>
                </c:pt>
                <c:pt idx="1842">
                  <c:v>365000</c:v>
                </c:pt>
                <c:pt idx="1843">
                  <c:v>250000</c:v>
                </c:pt>
                <c:pt idx="1844">
                  <c:v>745000</c:v>
                </c:pt>
                <c:pt idx="1845">
                  <c:v>1150000</c:v>
                </c:pt>
                <c:pt idx="1846">
                  <c:v>2100000</c:v>
                </c:pt>
                <c:pt idx="1847">
                  <c:v>200000</c:v>
                </c:pt>
                <c:pt idx="1848">
                  <c:v>775000</c:v>
                </c:pt>
                <c:pt idx="1849">
                  <c:v>860000</c:v>
                </c:pt>
                <c:pt idx="1850">
                  <c:v>1100000</c:v>
                </c:pt>
                <c:pt idx="1851">
                  <c:v>18500000</c:v>
                </c:pt>
                <c:pt idx="1852">
                  <c:v>260000</c:v>
                </c:pt>
                <c:pt idx="1853">
                  <c:v>2690000</c:v>
                </c:pt>
                <c:pt idx="1854">
                  <c:v>1400000</c:v>
                </c:pt>
                <c:pt idx="1855">
                  <c:v>515000</c:v>
                </c:pt>
                <c:pt idx="1856">
                  <c:v>600000</c:v>
                </c:pt>
                <c:pt idx="1857">
                  <c:v>2000000</c:v>
                </c:pt>
                <c:pt idx="1858">
                  <c:v>2850000</c:v>
                </c:pt>
                <c:pt idx="1859">
                  <c:v>3200000</c:v>
                </c:pt>
                <c:pt idx="1860">
                  <c:v>1075000</c:v>
                </c:pt>
                <c:pt idx="1861">
                  <c:v>575000</c:v>
                </c:pt>
                <c:pt idx="1862">
                  <c:v>3950000</c:v>
                </c:pt>
                <c:pt idx="1863">
                  <c:v>750000</c:v>
                </c:pt>
                <c:pt idx="1864">
                  <c:v>755000</c:v>
                </c:pt>
                <c:pt idx="1865">
                  <c:v>190000</c:v>
                </c:pt>
                <c:pt idx="1866">
                  <c:v>425000</c:v>
                </c:pt>
                <c:pt idx="1867">
                  <c:v>3600000</c:v>
                </c:pt>
                <c:pt idx="1868">
                  <c:v>390000</c:v>
                </c:pt>
                <c:pt idx="1869">
                  <c:v>855000</c:v>
                </c:pt>
                <c:pt idx="1870">
                  <c:v>225000</c:v>
                </c:pt>
                <c:pt idx="1871">
                  <c:v>2425000</c:v>
                </c:pt>
                <c:pt idx="1872">
                  <c:v>1270000</c:v>
                </c:pt>
                <c:pt idx="1873">
                  <c:v>325000</c:v>
                </c:pt>
                <c:pt idx="1874">
                  <c:v>750000</c:v>
                </c:pt>
                <c:pt idx="1875">
                  <c:v>185000</c:v>
                </c:pt>
                <c:pt idx="1876">
                  <c:v>450000</c:v>
                </c:pt>
                <c:pt idx="1877">
                  <c:v>1710000</c:v>
                </c:pt>
                <c:pt idx="1878">
                  <c:v>665000</c:v>
                </c:pt>
                <c:pt idx="1879">
                  <c:v>871000</c:v>
                </c:pt>
                <c:pt idx="1880">
                  <c:v>625000</c:v>
                </c:pt>
                <c:pt idx="1881">
                  <c:v>495000</c:v>
                </c:pt>
                <c:pt idx="1882">
                  <c:v>600000</c:v>
                </c:pt>
                <c:pt idx="1883">
                  <c:v>875000</c:v>
                </c:pt>
                <c:pt idx="1884">
                  <c:v>595000</c:v>
                </c:pt>
                <c:pt idx="1885">
                  <c:v>425000</c:v>
                </c:pt>
                <c:pt idx="1886">
                  <c:v>1050000</c:v>
                </c:pt>
                <c:pt idx="1887">
                  <c:v>1299000</c:v>
                </c:pt>
                <c:pt idx="1888">
                  <c:v>175000</c:v>
                </c:pt>
                <c:pt idx="1889">
                  <c:v>994999</c:v>
                </c:pt>
                <c:pt idx="1890">
                  <c:v>1025000</c:v>
                </c:pt>
                <c:pt idx="1891">
                  <c:v>4175000</c:v>
                </c:pt>
                <c:pt idx="1892">
                  <c:v>265000</c:v>
                </c:pt>
                <c:pt idx="1893">
                  <c:v>475000</c:v>
                </c:pt>
                <c:pt idx="1894">
                  <c:v>660000</c:v>
                </c:pt>
                <c:pt idx="1895">
                  <c:v>490000</c:v>
                </c:pt>
                <c:pt idx="1896">
                  <c:v>1950000</c:v>
                </c:pt>
                <c:pt idx="1897">
                  <c:v>315000</c:v>
                </c:pt>
                <c:pt idx="1898">
                  <c:v>4190000</c:v>
                </c:pt>
                <c:pt idx="1899">
                  <c:v>341000</c:v>
                </c:pt>
                <c:pt idx="1900">
                  <c:v>950000</c:v>
                </c:pt>
                <c:pt idx="1901">
                  <c:v>409999</c:v>
                </c:pt>
                <c:pt idx="1902">
                  <c:v>290000</c:v>
                </c:pt>
                <c:pt idx="1903">
                  <c:v>1050000</c:v>
                </c:pt>
                <c:pt idx="1904">
                  <c:v>365000</c:v>
                </c:pt>
                <c:pt idx="1905">
                  <c:v>3100000</c:v>
                </c:pt>
                <c:pt idx="1906">
                  <c:v>1875000</c:v>
                </c:pt>
                <c:pt idx="1907">
                  <c:v>5100000</c:v>
                </c:pt>
                <c:pt idx="1908">
                  <c:v>595000</c:v>
                </c:pt>
                <c:pt idx="1909">
                  <c:v>5200000</c:v>
                </c:pt>
                <c:pt idx="1910">
                  <c:v>6000000</c:v>
                </c:pt>
                <c:pt idx="1911">
                  <c:v>5775000</c:v>
                </c:pt>
                <c:pt idx="1912">
                  <c:v>4975000</c:v>
                </c:pt>
                <c:pt idx="1913">
                  <c:v>650000</c:v>
                </c:pt>
                <c:pt idx="1914">
                  <c:v>521000</c:v>
                </c:pt>
                <c:pt idx="1915">
                  <c:v>570000</c:v>
                </c:pt>
                <c:pt idx="1916">
                  <c:v>8100000</c:v>
                </c:pt>
                <c:pt idx="1917">
                  <c:v>160000</c:v>
                </c:pt>
                <c:pt idx="1918">
                  <c:v>420000</c:v>
                </c:pt>
                <c:pt idx="1919">
                  <c:v>299000</c:v>
                </c:pt>
                <c:pt idx="1920">
                  <c:v>350000</c:v>
                </c:pt>
                <c:pt idx="1921">
                  <c:v>575000</c:v>
                </c:pt>
                <c:pt idx="1922">
                  <c:v>335000</c:v>
                </c:pt>
                <c:pt idx="1923">
                  <c:v>480000</c:v>
                </c:pt>
                <c:pt idx="1924">
                  <c:v>675000</c:v>
                </c:pt>
                <c:pt idx="1925">
                  <c:v>350000</c:v>
                </c:pt>
                <c:pt idx="1926">
                  <c:v>2500000</c:v>
                </c:pt>
                <c:pt idx="1927">
                  <c:v>260000</c:v>
                </c:pt>
                <c:pt idx="1928">
                  <c:v>400000</c:v>
                </c:pt>
                <c:pt idx="1929">
                  <c:v>2750000</c:v>
                </c:pt>
                <c:pt idx="1930">
                  <c:v>555000</c:v>
                </c:pt>
                <c:pt idx="1931">
                  <c:v>790000</c:v>
                </c:pt>
                <c:pt idx="1932">
                  <c:v>180000</c:v>
                </c:pt>
                <c:pt idx="1933">
                  <c:v>551000</c:v>
                </c:pt>
                <c:pt idx="1934">
                  <c:v>860000</c:v>
                </c:pt>
                <c:pt idx="1935">
                  <c:v>375000</c:v>
                </c:pt>
                <c:pt idx="1936">
                  <c:v>725000</c:v>
                </c:pt>
                <c:pt idx="1937">
                  <c:v>400000</c:v>
                </c:pt>
                <c:pt idx="1938">
                  <c:v>2275000</c:v>
                </c:pt>
                <c:pt idx="1939">
                  <c:v>1250000</c:v>
                </c:pt>
                <c:pt idx="1940">
                  <c:v>499000</c:v>
                </c:pt>
                <c:pt idx="1941">
                  <c:v>399000</c:v>
                </c:pt>
                <c:pt idx="1942">
                  <c:v>335000</c:v>
                </c:pt>
                <c:pt idx="1943">
                  <c:v>450000</c:v>
                </c:pt>
                <c:pt idx="1944">
                  <c:v>409999</c:v>
                </c:pt>
                <c:pt idx="1945">
                  <c:v>4690000</c:v>
                </c:pt>
                <c:pt idx="1946">
                  <c:v>775000</c:v>
                </c:pt>
                <c:pt idx="1947">
                  <c:v>3000000</c:v>
                </c:pt>
                <c:pt idx="1948">
                  <c:v>250000</c:v>
                </c:pt>
                <c:pt idx="1949">
                  <c:v>6200000</c:v>
                </c:pt>
                <c:pt idx="1950">
                  <c:v>590000</c:v>
                </c:pt>
                <c:pt idx="1951">
                  <c:v>1300000</c:v>
                </c:pt>
                <c:pt idx="1952">
                  <c:v>1639999</c:v>
                </c:pt>
                <c:pt idx="1953">
                  <c:v>740000</c:v>
                </c:pt>
                <c:pt idx="1954">
                  <c:v>770000</c:v>
                </c:pt>
                <c:pt idx="1955">
                  <c:v>530000</c:v>
                </c:pt>
                <c:pt idx="1956">
                  <c:v>2975000</c:v>
                </c:pt>
                <c:pt idx="1957">
                  <c:v>1989999</c:v>
                </c:pt>
                <c:pt idx="1958">
                  <c:v>3250000</c:v>
                </c:pt>
                <c:pt idx="1959">
                  <c:v>1975000</c:v>
                </c:pt>
                <c:pt idx="1960">
                  <c:v>735000</c:v>
                </c:pt>
                <c:pt idx="1961">
                  <c:v>425000</c:v>
                </c:pt>
                <c:pt idx="1962">
                  <c:v>195000</c:v>
                </c:pt>
                <c:pt idx="1963">
                  <c:v>315000</c:v>
                </c:pt>
                <c:pt idx="1964">
                  <c:v>275000</c:v>
                </c:pt>
                <c:pt idx="1965">
                  <c:v>750000</c:v>
                </c:pt>
                <c:pt idx="1966">
                  <c:v>465000</c:v>
                </c:pt>
                <c:pt idx="1967">
                  <c:v>1325000</c:v>
                </c:pt>
                <c:pt idx="1968">
                  <c:v>175000</c:v>
                </c:pt>
                <c:pt idx="1969">
                  <c:v>8900000</c:v>
                </c:pt>
                <c:pt idx="1970">
                  <c:v>950000</c:v>
                </c:pt>
                <c:pt idx="1971">
                  <c:v>275000</c:v>
                </c:pt>
                <c:pt idx="1972">
                  <c:v>265000</c:v>
                </c:pt>
                <c:pt idx="1973">
                  <c:v>1000000</c:v>
                </c:pt>
                <c:pt idx="1974">
                  <c:v>730000</c:v>
                </c:pt>
                <c:pt idx="1975">
                  <c:v>1495000</c:v>
                </c:pt>
                <c:pt idx="1976">
                  <c:v>1150000</c:v>
                </c:pt>
                <c:pt idx="1977">
                  <c:v>590000</c:v>
                </c:pt>
                <c:pt idx="1978">
                  <c:v>2450000</c:v>
                </c:pt>
                <c:pt idx="1979">
                  <c:v>299000</c:v>
                </c:pt>
                <c:pt idx="1980">
                  <c:v>2850000</c:v>
                </c:pt>
                <c:pt idx="1981">
                  <c:v>2765000</c:v>
                </c:pt>
                <c:pt idx="1982">
                  <c:v>365000</c:v>
                </c:pt>
                <c:pt idx="1983">
                  <c:v>850000</c:v>
                </c:pt>
                <c:pt idx="1984">
                  <c:v>480000</c:v>
                </c:pt>
                <c:pt idx="1985">
                  <c:v>345000</c:v>
                </c:pt>
                <c:pt idx="1986">
                  <c:v>5950000</c:v>
                </c:pt>
                <c:pt idx="1987">
                  <c:v>891000</c:v>
                </c:pt>
                <c:pt idx="1988">
                  <c:v>925000</c:v>
                </c:pt>
                <c:pt idx="1989">
                  <c:v>409999</c:v>
                </c:pt>
                <c:pt idx="1990">
                  <c:v>245000</c:v>
                </c:pt>
                <c:pt idx="1991">
                  <c:v>850000</c:v>
                </c:pt>
                <c:pt idx="1992">
                  <c:v>275000</c:v>
                </c:pt>
                <c:pt idx="1993">
                  <c:v>240000</c:v>
                </c:pt>
                <c:pt idx="1994">
                  <c:v>4290000</c:v>
                </c:pt>
                <c:pt idx="1995">
                  <c:v>670000</c:v>
                </c:pt>
              </c:numCache>
            </c:numRef>
          </c:xVal>
          <c:yVal>
            <c:numRef>
              <c:f>'cars (1)'!$D$2:$D$1997</c:f>
              <c:numCache>
                <c:formatCode>0</c:formatCode>
                <c:ptCount val="1996"/>
                <c:pt idx="0">
                  <c:v>75000</c:v>
                </c:pt>
                <c:pt idx="1">
                  <c:v>67000</c:v>
                </c:pt>
                <c:pt idx="2">
                  <c:v>37500</c:v>
                </c:pt>
                <c:pt idx="3">
                  <c:v>69000</c:v>
                </c:pt>
                <c:pt idx="4">
                  <c:v>73315</c:v>
                </c:pt>
                <c:pt idx="5">
                  <c:v>47000</c:v>
                </c:pt>
                <c:pt idx="6">
                  <c:v>75000</c:v>
                </c:pt>
                <c:pt idx="7">
                  <c:v>56000</c:v>
                </c:pt>
                <c:pt idx="8">
                  <c:v>85000</c:v>
                </c:pt>
                <c:pt idx="9">
                  <c:v>20281</c:v>
                </c:pt>
                <c:pt idx="10">
                  <c:v>22541</c:v>
                </c:pt>
                <c:pt idx="11">
                  <c:v>30672</c:v>
                </c:pt>
                <c:pt idx="12">
                  <c:v>20856</c:v>
                </c:pt>
                <c:pt idx="13">
                  <c:v>41417</c:v>
                </c:pt>
                <c:pt idx="14">
                  <c:v>11471</c:v>
                </c:pt>
                <c:pt idx="15">
                  <c:v>3583</c:v>
                </c:pt>
                <c:pt idx="16">
                  <c:v>21365</c:v>
                </c:pt>
                <c:pt idx="17">
                  <c:v>30777</c:v>
                </c:pt>
                <c:pt idx="18">
                  <c:v>60125</c:v>
                </c:pt>
                <c:pt idx="19">
                  <c:v>2169</c:v>
                </c:pt>
                <c:pt idx="20">
                  <c:v>60240</c:v>
                </c:pt>
                <c:pt idx="21">
                  <c:v>13772</c:v>
                </c:pt>
                <c:pt idx="22">
                  <c:v>27464</c:v>
                </c:pt>
                <c:pt idx="23">
                  <c:v>47377</c:v>
                </c:pt>
                <c:pt idx="24">
                  <c:v>23086</c:v>
                </c:pt>
                <c:pt idx="25">
                  <c:v>36313</c:v>
                </c:pt>
                <c:pt idx="26">
                  <c:v>39276</c:v>
                </c:pt>
                <c:pt idx="27">
                  <c:v>47752</c:v>
                </c:pt>
                <c:pt idx="28">
                  <c:v>27963</c:v>
                </c:pt>
                <c:pt idx="29">
                  <c:v>24013</c:v>
                </c:pt>
                <c:pt idx="30">
                  <c:v>66000</c:v>
                </c:pt>
                <c:pt idx="31">
                  <c:v>28000</c:v>
                </c:pt>
                <c:pt idx="32">
                  <c:v>67000</c:v>
                </c:pt>
                <c:pt idx="33">
                  <c:v>72000</c:v>
                </c:pt>
                <c:pt idx="34">
                  <c:v>27069</c:v>
                </c:pt>
                <c:pt idx="35">
                  <c:v>43000</c:v>
                </c:pt>
                <c:pt idx="36">
                  <c:v>71000</c:v>
                </c:pt>
                <c:pt idx="37">
                  <c:v>45600</c:v>
                </c:pt>
                <c:pt idx="38">
                  <c:v>60000</c:v>
                </c:pt>
                <c:pt idx="39">
                  <c:v>105101</c:v>
                </c:pt>
                <c:pt idx="40">
                  <c:v>45000</c:v>
                </c:pt>
                <c:pt idx="41">
                  <c:v>66000</c:v>
                </c:pt>
                <c:pt idx="42">
                  <c:v>34105</c:v>
                </c:pt>
                <c:pt idx="43">
                  <c:v>68397</c:v>
                </c:pt>
                <c:pt idx="44">
                  <c:v>65000</c:v>
                </c:pt>
                <c:pt idx="45">
                  <c:v>27469</c:v>
                </c:pt>
                <c:pt idx="46">
                  <c:v>41058</c:v>
                </c:pt>
                <c:pt idx="47">
                  <c:v>51330</c:v>
                </c:pt>
                <c:pt idx="48">
                  <c:v>45969</c:v>
                </c:pt>
                <c:pt idx="49">
                  <c:v>66602</c:v>
                </c:pt>
                <c:pt idx="50">
                  <c:v>57983</c:v>
                </c:pt>
                <c:pt idx="51">
                  <c:v>11183</c:v>
                </c:pt>
                <c:pt idx="52">
                  <c:v>46301</c:v>
                </c:pt>
                <c:pt idx="53">
                  <c:v>34867</c:v>
                </c:pt>
                <c:pt idx="54">
                  <c:v>43634</c:v>
                </c:pt>
                <c:pt idx="55">
                  <c:v>11293</c:v>
                </c:pt>
                <c:pt idx="56">
                  <c:v>78000</c:v>
                </c:pt>
                <c:pt idx="57">
                  <c:v>50374</c:v>
                </c:pt>
                <c:pt idx="58">
                  <c:v>15900</c:v>
                </c:pt>
                <c:pt idx="59">
                  <c:v>64000</c:v>
                </c:pt>
                <c:pt idx="60">
                  <c:v>78000</c:v>
                </c:pt>
                <c:pt idx="61">
                  <c:v>24000</c:v>
                </c:pt>
                <c:pt idx="62">
                  <c:v>40310</c:v>
                </c:pt>
                <c:pt idx="63">
                  <c:v>69700</c:v>
                </c:pt>
                <c:pt idx="64">
                  <c:v>74073</c:v>
                </c:pt>
                <c:pt idx="65">
                  <c:v>73000</c:v>
                </c:pt>
                <c:pt idx="66">
                  <c:v>130000</c:v>
                </c:pt>
                <c:pt idx="67">
                  <c:v>50000</c:v>
                </c:pt>
                <c:pt idx="68">
                  <c:v>24000</c:v>
                </c:pt>
                <c:pt idx="69">
                  <c:v>43000</c:v>
                </c:pt>
                <c:pt idx="70">
                  <c:v>40500</c:v>
                </c:pt>
                <c:pt idx="71">
                  <c:v>49013</c:v>
                </c:pt>
                <c:pt idx="72">
                  <c:v>64983</c:v>
                </c:pt>
                <c:pt idx="73">
                  <c:v>92270</c:v>
                </c:pt>
                <c:pt idx="74">
                  <c:v>65000</c:v>
                </c:pt>
                <c:pt idx="75">
                  <c:v>110000</c:v>
                </c:pt>
                <c:pt idx="76">
                  <c:v>47000</c:v>
                </c:pt>
                <c:pt idx="77">
                  <c:v>10000</c:v>
                </c:pt>
                <c:pt idx="78">
                  <c:v>51500</c:v>
                </c:pt>
                <c:pt idx="79">
                  <c:v>35000</c:v>
                </c:pt>
                <c:pt idx="80">
                  <c:v>61518</c:v>
                </c:pt>
                <c:pt idx="81">
                  <c:v>36058</c:v>
                </c:pt>
                <c:pt idx="82">
                  <c:v>88000</c:v>
                </c:pt>
                <c:pt idx="83">
                  <c:v>98112</c:v>
                </c:pt>
                <c:pt idx="84">
                  <c:v>58000</c:v>
                </c:pt>
                <c:pt idx="85">
                  <c:v>92355</c:v>
                </c:pt>
                <c:pt idx="86">
                  <c:v>16652</c:v>
                </c:pt>
                <c:pt idx="87">
                  <c:v>76584</c:v>
                </c:pt>
                <c:pt idx="88">
                  <c:v>42500</c:v>
                </c:pt>
                <c:pt idx="89">
                  <c:v>70000</c:v>
                </c:pt>
                <c:pt idx="90">
                  <c:v>84700</c:v>
                </c:pt>
                <c:pt idx="91">
                  <c:v>83400</c:v>
                </c:pt>
                <c:pt idx="92">
                  <c:v>2766</c:v>
                </c:pt>
                <c:pt idx="93">
                  <c:v>56000</c:v>
                </c:pt>
                <c:pt idx="94">
                  <c:v>68766</c:v>
                </c:pt>
                <c:pt idx="95">
                  <c:v>16339</c:v>
                </c:pt>
                <c:pt idx="96">
                  <c:v>63882</c:v>
                </c:pt>
                <c:pt idx="97">
                  <c:v>28732</c:v>
                </c:pt>
                <c:pt idx="98">
                  <c:v>51349</c:v>
                </c:pt>
                <c:pt idx="99">
                  <c:v>61866</c:v>
                </c:pt>
                <c:pt idx="100">
                  <c:v>29401</c:v>
                </c:pt>
                <c:pt idx="101">
                  <c:v>98580</c:v>
                </c:pt>
                <c:pt idx="102">
                  <c:v>8000</c:v>
                </c:pt>
                <c:pt idx="103">
                  <c:v>31348</c:v>
                </c:pt>
                <c:pt idx="104">
                  <c:v>38175</c:v>
                </c:pt>
                <c:pt idx="105">
                  <c:v>8519</c:v>
                </c:pt>
                <c:pt idx="106">
                  <c:v>78000</c:v>
                </c:pt>
                <c:pt idx="107">
                  <c:v>48000</c:v>
                </c:pt>
                <c:pt idx="108">
                  <c:v>143000</c:v>
                </c:pt>
                <c:pt idx="109">
                  <c:v>24000</c:v>
                </c:pt>
                <c:pt idx="110">
                  <c:v>62000</c:v>
                </c:pt>
                <c:pt idx="111">
                  <c:v>78000</c:v>
                </c:pt>
                <c:pt idx="112">
                  <c:v>48500</c:v>
                </c:pt>
                <c:pt idx="113">
                  <c:v>82000</c:v>
                </c:pt>
                <c:pt idx="114">
                  <c:v>40910</c:v>
                </c:pt>
                <c:pt idx="115">
                  <c:v>10290</c:v>
                </c:pt>
                <c:pt idx="116">
                  <c:v>10530</c:v>
                </c:pt>
                <c:pt idx="117">
                  <c:v>61900</c:v>
                </c:pt>
                <c:pt idx="118">
                  <c:v>78000</c:v>
                </c:pt>
                <c:pt idx="119">
                  <c:v>57402</c:v>
                </c:pt>
                <c:pt idx="120">
                  <c:v>57000</c:v>
                </c:pt>
                <c:pt idx="121">
                  <c:v>87500</c:v>
                </c:pt>
                <c:pt idx="122">
                  <c:v>16000</c:v>
                </c:pt>
                <c:pt idx="123">
                  <c:v>18000</c:v>
                </c:pt>
                <c:pt idx="124">
                  <c:v>10700</c:v>
                </c:pt>
                <c:pt idx="125">
                  <c:v>78000</c:v>
                </c:pt>
                <c:pt idx="126">
                  <c:v>16282</c:v>
                </c:pt>
                <c:pt idx="127">
                  <c:v>66000</c:v>
                </c:pt>
                <c:pt idx="128">
                  <c:v>72019</c:v>
                </c:pt>
                <c:pt idx="129">
                  <c:v>195000</c:v>
                </c:pt>
                <c:pt idx="130">
                  <c:v>92170</c:v>
                </c:pt>
                <c:pt idx="131">
                  <c:v>55221</c:v>
                </c:pt>
                <c:pt idx="132">
                  <c:v>25000</c:v>
                </c:pt>
                <c:pt idx="133">
                  <c:v>58888</c:v>
                </c:pt>
                <c:pt idx="134">
                  <c:v>1</c:v>
                </c:pt>
                <c:pt idx="135">
                  <c:v>23500</c:v>
                </c:pt>
                <c:pt idx="136">
                  <c:v>68000</c:v>
                </c:pt>
                <c:pt idx="137">
                  <c:v>29096</c:v>
                </c:pt>
                <c:pt idx="138">
                  <c:v>61223</c:v>
                </c:pt>
                <c:pt idx="139">
                  <c:v>86000</c:v>
                </c:pt>
                <c:pt idx="140">
                  <c:v>87000</c:v>
                </c:pt>
                <c:pt idx="141">
                  <c:v>79287</c:v>
                </c:pt>
                <c:pt idx="142">
                  <c:v>47009</c:v>
                </c:pt>
                <c:pt idx="143">
                  <c:v>17000</c:v>
                </c:pt>
                <c:pt idx="144">
                  <c:v>55000</c:v>
                </c:pt>
                <c:pt idx="145">
                  <c:v>38779</c:v>
                </c:pt>
                <c:pt idx="146">
                  <c:v>72000</c:v>
                </c:pt>
                <c:pt idx="147">
                  <c:v>67000</c:v>
                </c:pt>
                <c:pt idx="148">
                  <c:v>67000</c:v>
                </c:pt>
                <c:pt idx="149">
                  <c:v>70000</c:v>
                </c:pt>
                <c:pt idx="150">
                  <c:v>6000</c:v>
                </c:pt>
                <c:pt idx="151">
                  <c:v>46000</c:v>
                </c:pt>
                <c:pt idx="152">
                  <c:v>34000</c:v>
                </c:pt>
                <c:pt idx="153">
                  <c:v>23103</c:v>
                </c:pt>
                <c:pt idx="154">
                  <c:v>27000</c:v>
                </c:pt>
                <c:pt idx="155">
                  <c:v>9576</c:v>
                </c:pt>
                <c:pt idx="156">
                  <c:v>27000</c:v>
                </c:pt>
                <c:pt idx="157">
                  <c:v>1942</c:v>
                </c:pt>
                <c:pt idx="158">
                  <c:v>119300</c:v>
                </c:pt>
                <c:pt idx="159">
                  <c:v>55000</c:v>
                </c:pt>
                <c:pt idx="160">
                  <c:v>98000</c:v>
                </c:pt>
                <c:pt idx="161">
                  <c:v>61400</c:v>
                </c:pt>
                <c:pt idx="162">
                  <c:v>87693</c:v>
                </c:pt>
                <c:pt idx="163">
                  <c:v>31000</c:v>
                </c:pt>
                <c:pt idx="164">
                  <c:v>75210</c:v>
                </c:pt>
                <c:pt idx="165">
                  <c:v>69000</c:v>
                </c:pt>
                <c:pt idx="166">
                  <c:v>88000</c:v>
                </c:pt>
                <c:pt idx="167">
                  <c:v>15000</c:v>
                </c:pt>
                <c:pt idx="168">
                  <c:v>45350</c:v>
                </c:pt>
                <c:pt idx="169">
                  <c:v>68189</c:v>
                </c:pt>
                <c:pt idx="170">
                  <c:v>75000</c:v>
                </c:pt>
                <c:pt idx="171">
                  <c:v>45000</c:v>
                </c:pt>
                <c:pt idx="172">
                  <c:v>33000</c:v>
                </c:pt>
                <c:pt idx="173">
                  <c:v>83000</c:v>
                </c:pt>
                <c:pt idx="174">
                  <c:v>78000</c:v>
                </c:pt>
                <c:pt idx="175">
                  <c:v>211000</c:v>
                </c:pt>
                <c:pt idx="176">
                  <c:v>67000</c:v>
                </c:pt>
                <c:pt idx="177">
                  <c:v>75000</c:v>
                </c:pt>
                <c:pt idx="178">
                  <c:v>48600</c:v>
                </c:pt>
                <c:pt idx="179">
                  <c:v>48000</c:v>
                </c:pt>
                <c:pt idx="180">
                  <c:v>5790</c:v>
                </c:pt>
                <c:pt idx="181">
                  <c:v>32000</c:v>
                </c:pt>
                <c:pt idx="182">
                  <c:v>65433</c:v>
                </c:pt>
                <c:pt idx="183">
                  <c:v>87230</c:v>
                </c:pt>
                <c:pt idx="184">
                  <c:v>38258</c:v>
                </c:pt>
                <c:pt idx="185">
                  <c:v>56881</c:v>
                </c:pt>
                <c:pt idx="186">
                  <c:v>76000</c:v>
                </c:pt>
                <c:pt idx="187">
                  <c:v>72000</c:v>
                </c:pt>
                <c:pt idx="188">
                  <c:v>72000</c:v>
                </c:pt>
                <c:pt idx="189">
                  <c:v>60514</c:v>
                </c:pt>
                <c:pt idx="190">
                  <c:v>71141</c:v>
                </c:pt>
                <c:pt idx="191">
                  <c:v>40937</c:v>
                </c:pt>
                <c:pt idx="192">
                  <c:v>37000</c:v>
                </c:pt>
                <c:pt idx="193">
                  <c:v>46000</c:v>
                </c:pt>
                <c:pt idx="194">
                  <c:v>86999</c:v>
                </c:pt>
                <c:pt idx="195">
                  <c:v>70200</c:v>
                </c:pt>
                <c:pt idx="196">
                  <c:v>64800</c:v>
                </c:pt>
                <c:pt idx="197">
                  <c:v>73000</c:v>
                </c:pt>
                <c:pt idx="198">
                  <c:v>72000</c:v>
                </c:pt>
                <c:pt idx="199">
                  <c:v>76345</c:v>
                </c:pt>
                <c:pt idx="200">
                  <c:v>40564</c:v>
                </c:pt>
                <c:pt idx="201">
                  <c:v>98500</c:v>
                </c:pt>
                <c:pt idx="202">
                  <c:v>46807</c:v>
                </c:pt>
                <c:pt idx="203">
                  <c:v>81000</c:v>
                </c:pt>
                <c:pt idx="204">
                  <c:v>13716</c:v>
                </c:pt>
                <c:pt idx="205">
                  <c:v>89000</c:v>
                </c:pt>
                <c:pt idx="206">
                  <c:v>13000</c:v>
                </c:pt>
                <c:pt idx="207">
                  <c:v>38000</c:v>
                </c:pt>
                <c:pt idx="208">
                  <c:v>17000</c:v>
                </c:pt>
                <c:pt idx="209">
                  <c:v>44724</c:v>
                </c:pt>
                <c:pt idx="210">
                  <c:v>24549</c:v>
                </c:pt>
                <c:pt idx="211">
                  <c:v>7800</c:v>
                </c:pt>
                <c:pt idx="212">
                  <c:v>55000</c:v>
                </c:pt>
                <c:pt idx="213">
                  <c:v>20000</c:v>
                </c:pt>
                <c:pt idx="214">
                  <c:v>13594</c:v>
                </c:pt>
                <c:pt idx="215">
                  <c:v>75000</c:v>
                </c:pt>
                <c:pt idx="216">
                  <c:v>65000</c:v>
                </c:pt>
                <c:pt idx="217">
                  <c:v>43037</c:v>
                </c:pt>
                <c:pt idx="218">
                  <c:v>26000</c:v>
                </c:pt>
                <c:pt idx="219">
                  <c:v>78000</c:v>
                </c:pt>
                <c:pt idx="220">
                  <c:v>115000</c:v>
                </c:pt>
                <c:pt idx="221">
                  <c:v>8700</c:v>
                </c:pt>
                <c:pt idx="222">
                  <c:v>41736</c:v>
                </c:pt>
                <c:pt idx="223">
                  <c:v>40000</c:v>
                </c:pt>
                <c:pt idx="224">
                  <c:v>160000</c:v>
                </c:pt>
                <c:pt idx="225">
                  <c:v>11000</c:v>
                </c:pt>
                <c:pt idx="226">
                  <c:v>24690</c:v>
                </c:pt>
                <c:pt idx="227">
                  <c:v>117000</c:v>
                </c:pt>
                <c:pt idx="228">
                  <c:v>95000</c:v>
                </c:pt>
                <c:pt idx="229">
                  <c:v>76000</c:v>
                </c:pt>
                <c:pt idx="230">
                  <c:v>18000</c:v>
                </c:pt>
                <c:pt idx="231">
                  <c:v>38000</c:v>
                </c:pt>
                <c:pt idx="232">
                  <c:v>43000</c:v>
                </c:pt>
                <c:pt idx="233">
                  <c:v>107000</c:v>
                </c:pt>
                <c:pt idx="234">
                  <c:v>13000</c:v>
                </c:pt>
                <c:pt idx="235">
                  <c:v>85000</c:v>
                </c:pt>
                <c:pt idx="236">
                  <c:v>8922</c:v>
                </c:pt>
                <c:pt idx="237">
                  <c:v>47800</c:v>
                </c:pt>
                <c:pt idx="238">
                  <c:v>143000</c:v>
                </c:pt>
                <c:pt idx="239">
                  <c:v>68758</c:v>
                </c:pt>
                <c:pt idx="240">
                  <c:v>72000</c:v>
                </c:pt>
                <c:pt idx="241">
                  <c:v>7500</c:v>
                </c:pt>
                <c:pt idx="242">
                  <c:v>37000</c:v>
                </c:pt>
                <c:pt idx="243">
                  <c:v>22402</c:v>
                </c:pt>
                <c:pt idx="244">
                  <c:v>61000</c:v>
                </c:pt>
                <c:pt idx="245">
                  <c:v>90868</c:v>
                </c:pt>
                <c:pt idx="246">
                  <c:v>84700</c:v>
                </c:pt>
                <c:pt idx="247">
                  <c:v>22010</c:v>
                </c:pt>
                <c:pt idx="248">
                  <c:v>72000</c:v>
                </c:pt>
                <c:pt idx="249">
                  <c:v>75500</c:v>
                </c:pt>
                <c:pt idx="250">
                  <c:v>25000</c:v>
                </c:pt>
                <c:pt idx="251">
                  <c:v>38000</c:v>
                </c:pt>
                <c:pt idx="252">
                  <c:v>39586</c:v>
                </c:pt>
                <c:pt idx="253">
                  <c:v>33647</c:v>
                </c:pt>
                <c:pt idx="254">
                  <c:v>75576</c:v>
                </c:pt>
                <c:pt idx="255">
                  <c:v>86000</c:v>
                </c:pt>
                <c:pt idx="256">
                  <c:v>57847</c:v>
                </c:pt>
                <c:pt idx="257">
                  <c:v>74000</c:v>
                </c:pt>
                <c:pt idx="258">
                  <c:v>58000</c:v>
                </c:pt>
                <c:pt idx="259">
                  <c:v>85000</c:v>
                </c:pt>
                <c:pt idx="260">
                  <c:v>26000</c:v>
                </c:pt>
                <c:pt idx="261">
                  <c:v>18000</c:v>
                </c:pt>
                <c:pt idx="262">
                  <c:v>11000</c:v>
                </c:pt>
                <c:pt idx="263">
                  <c:v>57300</c:v>
                </c:pt>
                <c:pt idx="264">
                  <c:v>74000</c:v>
                </c:pt>
                <c:pt idx="265">
                  <c:v>25000</c:v>
                </c:pt>
                <c:pt idx="266">
                  <c:v>39000</c:v>
                </c:pt>
                <c:pt idx="267">
                  <c:v>45000</c:v>
                </c:pt>
                <c:pt idx="268">
                  <c:v>80852</c:v>
                </c:pt>
                <c:pt idx="269">
                  <c:v>75592</c:v>
                </c:pt>
                <c:pt idx="270">
                  <c:v>54420</c:v>
                </c:pt>
                <c:pt idx="271">
                  <c:v>39780</c:v>
                </c:pt>
                <c:pt idx="272">
                  <c:v>78301</c:v>
                </c:pt>
                <c:pt idx="273">
                  <c:v>38000</c:v>
                </c:pt>
                <c:pt idx="274">
                  <c:v>126535</c:v>
                </c:pt>
                <c:pt idx="275">
                  <c:v>37079</c:v>
                </c:pt>
                <c:pt idx="276">
                  <c:v>87200</c:v>
                </c:pt>
                <c:pt idx="277">
                  <c:v>51000</c:v>
                </c:pt>
                <c:pt idx="278">
                  <c:v>39000</c:v>
                </c:pt>
                <c:pt idx="279">
                  <c:v>90000</c:v>
                </c:pt>
                <c:pt idx="280">
                  <c:v>29999</c:v>
                </c:pt>
                <c:pt idx="281">
                  <c:v>100472</c:v>
                </c:pt>
                <c:pt idx="282">
                  <c:v>84700</c:v>
                </c:pt>
                <c:pt idx="283">
                  <c:v>19759</c:v>
                </c:pt>
                <c:pt idx="284">
                  <c:v>66000</c:v>
                </c:pt>
                <c:pt idx="285">
                  <c:v>56000</c:v>
                </c:pt>
                <c:pt idx="286">
                  <c:v>3383</c:v>
                </c:pt>
                <c:pt idx="287">
                  <c:v>42000</c:v>
                </c:pt>
                <c:pt idx="288">
                  <c:v>65000</c:v>
                </c:pt>
                <c:pt idx="289">
                  <c:v>17000</c:v>
                </c:pt>
                <c:pt idx="290">
                  <c:v>38000</c:v>
                </c:pt>
                <c:pt idx="291">
                  <c:v>62500</c:v>
                </c:pt>
                <c:pt idx="292">
                  <c:v>30229</c:v>
                </c:pt>
                <c:pt idx="293">
                  <c:v>26600</c:v>
                </c:pt>
                <c:pt idx="294">
                  <c:v>86000</c:v>
                </c:pt>
                <c:pt idx="295">
                  <c:v>86000</c:v>
                </c:pt>
                <c:pt idx="296">
                  <c:v>125000</c:v>
                </c:pt>
                <c:pt idx="297">
                  <c:v>29135</c:v>
                </c:pt>
                <c:pt idx="298">
                  <c:v>72000</c:v>
                </c:pt>
                <c:pt idx="299">
                  <c:v>28000</c:v>
                </c:pt>
                <c:pt idx="300">
                  <c:v>42000</c:v>
                </c:pt>
                <c:pt idx="301">
                  <c:v>11850</c:v>
                </c:pt>
                <c:pt idx="302">
                  <c:v>32000</c:v>
                </c:pt>
                <c:pt idx="303">
                  <c:v>24000</c:v>
                </c:pt>
                <c:pt idx="304">
                  <c:v>50623</c:v>
                </c:pt>
                <c:pt idx="305">
                  <c:v>85000</c:v>
                </c:pt>
                <c:pt idx="306">
                  <c:v>1700</c:v>
                </c:pt>
                <c:pt idx="307">
                  <c:v>43260</c:v>
                </c:pt>
                <c:pt idx="308">
                  <c:v>67738</c:v>
                </c:pt>
                <c:pt idx="309">
                  <c:v>69000</c:v>
                </c:pt>
                <c:pt idx="310">
                  <c:v>93417</c:v>
                </c:pt>
                <c:pt idx="311">
                  <c:v>14722</c:v>
                </c:pt>
                <c:pt idx="312">
                  <c:v>29000</c:v>
                </c:pt>
                <c:pt idx="313">
                  <c:v>140000</c:v>
                </c:pt>
                <c:pt idx="314">
                  <c:v>23798</c:v>
                </c:pt>
                <c:pt idx="315">
                  <c:v>55000</c:v>
                </c:pt>
                <c:pt idx="316">
                  <c:v>51000</c:v>
                </c:pt>
                <c:pt idx="317">
                  <c:v>49000</c:v>
                </c:pt>
                <c:pt idx="318">
                  <c:v>48000</c:v>
                </c:pt>
                <c:pt idx="319">
                  <c:v>121000</c:v>
                </c:pt>
                <c:pt idx="320">
                  <c:v>74000</c:v>
                </c:pt>
                <c:pt idx="321">
                  <c:v>102000</c:v>
                </c:pt>
                <c:pt idx="322">
                  <c:v>32000</c:v>
                </c:pt>
                <c:pt idx="323">
                  <c:v>48400</c:v>
                </c:pt>
                <c:pt idx="324">
                  <c:v>97000</c:v>
                </c:pt>
                <c:pt idx="325">
                  <c:v>16000</c:v>
                </c:pt>
                <c:pt idx="326">
                  <c:v>80000</c:v>
                </c:pt>
                <c:pt idx="327">
                  <c:v>115000</c:v>
                </c:pt>
                <c:pt idx="328">
                  <c:v>74000</c:v>
                </c:pt>
                <c:pt idx="329">
                  <c:v>61000</c:v>
                </c:pt>
                <c:pt idx="330">
                  <c:v>104814</c:v>
                </c:pt>
                <c:pt idx="331">
                  <c:v>17000</c:v>
                </c:pt>
                <c:pt idx="332">
                  <c:v>60000</c:v>
                </c:pt>
                <c:pt idx="333">
                  <c:v>45000</c:v>
                </c:pt>
                <c:pt idx="334">
                  <c:v>75811</c:v>
                </c:pt>
                <c:pt idx="335">
                  <c:v>3813</c:v>
                </c:pt>
                <c:pt idx="336">
                  <c:v>64928</c:v>
                </c:pt>
                <c:pt idx="337">
                  <c:v>68500</c:v>
                </c:pt>
                <c:pt idx="338">
                  <c:v>85000</c:v>
                </c:pt>
                <c:pt idx="339">
                  <c:v>41296</c:v>
                </c:pt>
                <c:pt idx="340">
                  <c:v>72567</c:v>
                </c:pt>
                <c:pt idx="341">
                  <c:v>4295</c:v>
                </c:pt>
                <c:pt idx="342">
                  <c:v>82000</c:v>
                </c:pt>
                <c:pt idx="343">
                  <c:v>33000</c:v>
                </c:pt>
                <c:pt idx="344">
                  <c:v>54000</c:v>
                </c:pt>
                <c:pt idx="345">
                  <c:v>68000</c:v>
                </c:pt>
                <c:pt idx="346">
                  <c:v>8530</c:v>
                </c:pt>
                <c:pt idx="347">
                  <c:v>46000</c:v>
                </c:pt>
                <c:pt idx="348">
                  <c:v>26000</c:v>
                </c:pt>
                <c:pt idx="349">
                  <c:v>39394</c:v>
                </c:pt>
                <c:pt idx="350">
                  <c:v>35000</c:v>
                </c:pt>
                <c:pt idx="351">
                  <c:v>17881</c:v>
                </c:pt>
                <c:pt idx="352">
                  <c:v>48409</c:v>
                </c:pt>
                <c:pt idx="353">
                  <c:v>40000</c:v>
                </c:pt>
                <c:pt idx="354">
                  <c:v>61643</c:v>
                </c:pt>
                <c:pt idx="355">
                  <c:v>21000</c:v>
                </c:pt>
                <c:pt idx="356">
                  <c:v>1500</c:v>
                </c:pt>
                <c:pt idx="357">
                  <c:v>38985</c:v>
                </c:pt>
                <c:pt idx="358">
                  <c:v>52000</c:v>
                </c:pt>
                <c:pt idx="359">
                  <c:v>42000</c:v>
                </c:pt>
                <c:pt idx="360">
                  <c:v>29442</c:v>
                </c:pt>
                <c:pt idx="361">
                  <c:v>71800</c:v>
                </c:pt>
                <c:pt idx="362">
                  <c:v>5000</c:v>
                </c:pt>
                <c:pt idx="363">
                  <c:v>18000</c:v>
                </c:pt>
                <c:pt idx="364">
                  <c:v>37000</c:v>
                </c:pt>
                <c:pt idx="365">
                  <c:v>85000</c:v>
                </c:pt>
                <c:pt idx="366">
                  <c:v>65555</c:v>
                </c:pt>
                <c:pt idx="367">
                  <c:v>35000</c:v>
                </c:pt>
                <c:pt idx="368">
                  <c:v>87000</c:v>
                </c:pt>
                <c:pt idx="369">
                  <c:v>42000</c:v>
                </c:pt>
                <c:pt idx="370">
                  <c:v>68000</c:v>
                </c:pt>
                <c:pt idx="371">
                  <c:v>600</c:v>
                </c:pt>
                <c:pt idx="372">
                  <c:v>192326</c:v>
                </c:pt>
                <c:pt idx="373">
                  <c:v>82000</c:v>
                </c:pt>
                <c:pt idx="374">
                  <c:v>86006</c:v>
                </c:pt>
                <c:pt idx="375">
                  <c:v>75000</c:v>
                </c:pt>
                <c:pt idx="376">
                  <c:v>99000</c:v>
                </c:pt>
                <c:pt idx="377">
                  <c:v>21651</c:v>
                </c:pt>
                <c:pt idx="378">
                  <c:v>84000</c:v>
                </c:pt>
                <c:pt idx="379">
                  <c:v>65000</c:v>
                </c:pt>
                <c:pt idx="380">
                  <c:v>31000</c:v>
                </c:pt>
                <c:pt idx="381">
                  <c:v>17000</c:v>
                </c:pt>
                <c:pt idx="382">
                  <c:v>28000</c:v>
                </c:pt>
                <c:pt idx="383">
                  <c:v>64000</c:v>
                </c:pt>
                <c:pt idx="384">
                  <c:v>85000</c:v>
                </c:pt>
                <c:pt idx="385">
                  <c:v>35000</c:v>
                </c:pt>
                <c:pt idx="386">
                  <c:v>44000</c:v>
                </c:pt>
                <c:pt idx="387">
                  <c:v>32000</c:v>
                </c:pt>
                <c:pt idx="388">
                  <c:v>49857</c:v>
                </c:pt>
                <c:pt idx="389">
                  <c:v>46000</c:v>
                </c:pt>
                <c:pt idx="390">
                  <c:v>50000</c:v>
                </c:pt>
                <c:pt idx="391">
                  <c:v>36000</c:v>
                </c:pt>
                <c:pt idx="392">
                  <c:v>13000</c:v>
                </c:pt>
                <c:pt idx="393">
                  <c:v>40000</c:v>
                </c:pt>
                <c:pt idx="394">
                  <c:v>39000</c:v>
                </c:pt>
                <c:pt idx="395">
                  <c:v>45000</c:v>
                </c:pt>
                <c:pt idx="396">
                  <c:v>87513</c:v>
                </c:pt>
                <c:pt idx="397">
                  <c:v>26000</c:v>
                </c:pt>
                <c:pt idx="398">
                  <c:v>3800</c:v>
                </c:pt>
                <c:pt idx="399">
                  <c:v>35123</c:v>
                </c:pt>
                <c:pt idx="400">
                  <c:v>21000</c:v>
                </c:pt>
                <c:pt idx="401">
                  <c:v>2670</c:v>
                </c:pt>
                <c:pt idx="402">
                  <c:v>124000</c:v>
                </c:pt>
                <c:pt idx="403">
                  <c:v>9889</c:v>
                </c:pt>
                <c:pt idx="404">
                  <c:v>13000</c:v>
                </c:pt>
                <c:pt idx="405">
                  <c:v>35000</c:v>
                </c:pt>
                <c:pt idx="406">
                  <c:v>51145</c:v>
                </c:pt>
                <c:pt idx="407">
                  <c:v>13000</c:v>
                </c:pt>
                <c:pt idx="408">
                  <c:v>56000</c:v>
                </c:pt>
                <c:pt idx="409">
                  <c:v>120000</c:v>
                </c:pt>
                <c:pt idx="410">
                  <c:v>45000</c:v>
                </c:pt>
                <c:pt idx="411">
                  <c:v>82900</c:v>
                </c:pt>
                <c:pt idx="412">
                  <c:v>56843</c:v>
                </c:pt>
                <c:pt idx="413">
                  <c:v>64000</c:v>
                </c:pt>
                <c:pt idx="414">
                  <c:v>9644</c:v>
                </c:pt>
                <c:pt idx="415">
                  <c:v>41624</c:v>
                </c:pt>
                <c:pt idx="416">
                  <c:v>82844</c:v>
                </c:pt>
                <c:pt idx="417">
                  <c:v>78000</c:v>
                </c:pt>
                <c:pt idx="418">
                  <c:v>60444</c:v>
                </c:pt>
                <c:pt idx="419">
                  <c:v>6000</c:v>
                </c:pt>
                <c:pt idx="420">
                  <c:v>125000</c:v>
                </c:pt>
                <c:pt idx="421">
                  <c:v>13000</c:v>
                </c:pt>
                <c:pt idx="422">
                  <c:v>112000</c:v>
                </c:pt>
                <c:pt idx="423">
                  <c:v>54948</c:v>
                </c:pt>
                <c:pt idx="424">
                  <c:v>53300</c:v>
                </c:pt>
                <c:pt idx="425">
                  <c:v>34000</c:v>
                </c:pt>
                <c:pt idx="426">
                  <c:v>21000</c:v>
                </c:pt>
                <c:pt idx="427">
                  <c:v>25500</c:v>
                </c:pt>
                <c:pt idx="428">
                  <c:v>157662</c:v>
                </c:pt>
                <c:pt idx="429">
                  <c:v>20000</c:v>
                </c:pt>
                <c:pt idx="430">
                  <c:v>78900</c:v>
                </c:pt>
                <c:pt idx="431">
                  <c:v>52000</c:v>
                </c:pt>
                <c:pt idx="432">
                  <c:v>11000</c:v>
                </c:pt>
                <c:pt idx="433">
                  <c:v>103000</c:v>
                </c:pt>
                <c:pt idx="434">
                  <c:v>95785</c:v>
                </c:pt>
                <c:pt idx="435">
                  <c:v>92000</c:v>
                </c:pt>
                <c:pt idx="436">
                  <c:v>43000</c:v>
                </c:pt>
                <c:pt idx="437">
                  <c:v>39328</c:v>
                </c:pt>
                <c:pt idx="438">
                  <c:v>18625</c:v>
                </c:pt>
                <c:pt idx="439">
                  <c:v>26000</c:v>
                </c:pt>
                <c:pt idx="440">
                  <c:v>81000</c:v>
                </c:pt>
                <c:pt idx="441">
                  <c:v>92000</c:v>
                </c:pt>
                <c:pt idx="442">
                  <c:v>38000</c:v>
                </c:pt>
                <c:pt idx="443">
                  <c:v>93000</c:v>
                </c:pt>
                <c:pt idx="444">
                  <c:v>10340</c:v>
                </c:pt>
                <c:pt idx="445">
                  <c:v>47706</c:v>
                </c:pt>
                <c:pt idx="446">
                  <c:v>13400</c:v>
                </c:pt>
                <c:pt idx="447">
                  <c:v>44613</c:v>
                </c:pt>
                <c:pt idx="448">
                  <c:v>7000</c:v>
                </c:pt>
                <c:pt idx="449">
                  <c:v>29000</c:v>
                </c:pt>
                <c:pt idx="450">
                  <c:v>67580</c:v>
                </c:pt>
                <c:pt idx="451">
                  <c:v>42000</c:v>
                </c:pt>
                <c:pt idx="452">
                  <c:v>16205</c:v>
                </c:pt>
                <c:pt idx="453">
                  <c:v>92000</c:v>
                </c:pt>
                <c:pt idx="454">
                  <c:v>29000</c:v>
                </c:pt>
                <c:pt idx="455">
                  <c:v>14000</c:v>
                </c:pt>
                <c:pt idx="456">
                  <c:v>69000</c:v>
                </c:pt>
                <c:pt idx="457">
                  <c:v>114635</c:v>
                </c:pt>
                <c:pt idx="458">
                  <c:v>50000</c:v>
                </c:pt>
                <c:pt idx="459">
                  <c:v>29221</c:v>
                </c:pt>
                <c:pt idx="460">
                  <c:v>158000</c:v>
                </c:pt>
                <c:pt idx="461">
                  <c:v>77000</c:v>
                </c:pt>
                <c:pt idx="462">
                  <c:v>5500</c:v>
                </c:pt>
                <c:pt idx="463">
                  <c:v>70000</c:v>
                </c:pt>
                <c:pt idx="464">
                  <c:v>65341</c:v>
                </c:pt>
                <c:pt idx="465">
                  <c:v>32000</c:v>
                </c:pt>
                <c:pt idx="466">
                  <c:v>9500</c:v>
                </c:pt>
                <c:pt idx="467">
                  <c:v>17904</c:v>
                </c:pt>
                <c:pt idx="468">
                  <c:v>95000</c:v>
                </c:pt>
                <c:pt idx="469">
                  <c:v>72000</c:v>
                </c:pt>
                <c:pt idx="470">
                  <c:v>65082</c:v>
                </c:pt>
                <c:pt idx="471">
                  <c:v>66240</c:v>
                </c:pt>
                <c:pt idx="472">
                  <c:v>25275</c:v>
                </c:pt>
                <c:pt idx="473">
                  <c:v>67850</c:v>
                </c:pt>
                <c:pt idx="474">
                  <c:v>60000</c:v>
                </c:pt>
                <c:pt idx="475">
                  <c:v>88500</c:v>
                </c:pt>
                <c:pt idx="476">
                  <c:v>45000</c:v>
                </c:pt>
                <c:pt idx="477">
                  <c:v>8000</c:v>
                </c:pt>
                <c:pt idx="478">
                  <c:v>55055</c:v>
                </c:pt>
                <c:pt idx="479">
                  <c:v>22000</c:v>
                </c:pt>
                <c:pt idx="480">
                  <c:v>95000</c:v>
                </c:pt>
                <c:pt idx="481">
                  <c:v>25704</c:v>
                </c:pt>
                <c:pt idx="482">
                  <c:v>55353</c:v>
                </c:pt>
                <c:pt idx="483">
                  <c:v>80000</c:v>
                </c:pt>
                <c:pt idx="484">
                  <c:v>41526</c:v>
                </c:pt>
                <c:pt idx="485">
                  <c:v>29434</c:v>
                </c:pt>
                <c:pt idx="486">
                  <c:v>42000</c:v>
                </c:pt>
                <c:pt idx="487">
                  <c:v>14000</c:v>
                </c:pt>
                <c:pt idx="488">
                  <c:v>35000</c:v>
                </c:pt>
                <c:pt idx="489">
                  <c:v>75000</c:v>
                </c:pt>
                <c:pt idx="490">
                  <c:v>6000</c:v>
                </c:pt>
                <c:pt idx="491">
                  <c:v>61000</c:v>
                </c:pt>
                <c:pt idx="492">
                  <c:v>45000</c:v>
                </c:pt>
                <c:pt idx="493">
                  <c:v>31000</c:v>
                </c:pt>
                <c:pt idx="494">
                  <c:v>39000</c:v>
                </c:pt>
                <c:pt idx="495">
                  <c:v>52000</c:v>
                </c:pt>
                <c:pt idx="496">
                  <c:v>54000</c:v>
                </c:pt>
                <c:pt idx="497">
                  <c:v>51000</c:v>
                </c:pt>
                <c:pt idx="498">
                  <c:v>72000</c:v>
                </c:pt>
                <c:pt idx="499">
                  <c:v>65000</c:v>
                </c:pt>
                <c:pt idx="500">
                  <c:v>50000</c:v>
                </c:pt>
                <c:pt idx="501">
                  <c:v>80251</c:v>
                </c:pt>
                <c:pt idx="502">
                  <c:v>86000</c:v>
                </c:pt>
                <c:pt idx="503">
                  <c:v>42505</c:v>
                </c:pt>
                <c:pt idx="504">
                  <c:v>42000</c:v>
                </c:pt>
                <c:pt idx="505">
                  <c:v>42200</c:v>
                </c:pt>
                <c:pt idx="506">
                  <c:v>57600</c:v>
                </c:pt>
                <c:pt idx="507">
                  <c:v>57000</c:v>
                </c:pt>
                <c:pt idx="508">
                  <c:v>85000</c:v>
                </c:pt>
                <c:pt idx="509">
                  <c:v>66000</c:v>
                </c:pt>
                <c:pt idx="510">
                  <c:v>58000</c:v>
                </c:pt>
                <c:pt idx="511">
                  <c:v>89445</c:v>
                </c:pt>
                <c:pt idx="512">
                  <c:v>64120</c:v>
                </c:pt>
                <c:pt idx="513">
                  <c:v>82300</c:v>
                </c:pt>
                <c:pt idx="514">
                  <c:v>73000</c:v>
                </c:pt>
                <c:pt idx="515">
                  <c:v>72000</c:v>
                </c:pt>
                <c:pt idx="516">
                  <c:v>50197</c:v>
                </c:pt>
                <c:pt idx="517">
                  <c:v>44527</c:v>
                </c:pt>
                <c:pt idx="518">
                  <c:v>72400</c:v>
                </c:pt>
                <c:pt idx="519">
                  <c:v>50000</c:v>
                </c:pt>
                <c:pt idx="520">
                  <c:v>37000</c:v>
                </c:pt>
                <c:pt idx="521">
                  <c:v>20000</c:v>
                </c:pt>
                <c:pt idx="522">
                  <c:v>8000</c:v>
                </c:pt>
                <c:pt idx="523">
                  <c:v>69000</c:v>
                </c:pt>
                <c:pt idx="524">
                  <c:v>25000</c:v>
                </c:pt>
                <c:pt idx="525">
                  <c:v>17000</c:v>
                </c:pt>
                <c:pt idx="526">
                  <c:v>61000</c:v>
                </c:pt>
                <c:pt idx="527">
                  <c:v>69000</c:v>
                </c:pt>
                <c:pt idx="528">
                  <c:v>77000</c:v>
                </c:pt>
                <c:pt idx="529">
                  <c:v>82200</c:v>
                </c:pt>
                <c:pt idx="530">
                  <c:v>28000</c:v>
                </c:pt>
                <c:pt idx="531">
                  <c:v>117000</c:v>
                </c:pt>
                <c:pt idx="532">
                  <c:v>7900</c:v>
                </c:pt>
                <c:pt idx="533">
                  <c:v>72000</c:v>
                </c:pt>
                <c:pt idx="534">
                  <c:v>79000</c:v>
                </c:pt>
                <c:pt idx="535">
                  <c:v>72600</c:v>
                </c:pt>
                <c:pt idx="536">
                  <c:v>42313</c:v>
                </c:pt>
                <c:pt idx="537">
                  <c:v>18000</c:v>
                </c:pt>
                <c:pt idx="538">
                  <c:v>90000</c:v>
                </c:pt>
                <c:pt idx="539">
                  <c:v>18500</c:v>
                </c:pt>
                <c:pt idx="540">
                  <c:v>36000</c:v>
                </c:pt>
                <c:pt idx="541">
                  <c:v>26200</c:v>
                </c:pt>
                <c:pt idx="542">
                  <c:v>11000</c:v>
                </c:pt>
                <c:pt idx="543">
                  <c:v>14366</c:v>
                </c:pt>
                <c:pt idx="544">
                  <c:v>98000</c:v>
                </c:pt>
                <c:pt idx="545">
                  <c:v>65000</c:v>
                </c:pt>
                <c:pt idx="546">
                  <c:v>126000</c:v>
                </c:pt>
                <c:pt idx="547">
                  <c:v>71700</c:v>
                </c:pt>
                <c:pt idx="548">
                  <c:v>114000</c:v>
                </c:pt>
                <c:pt idx="549">
                  <c:v>58339</c:v>
                </c:pt>
                <c:pt idx="550">
                  <c:v>50667</c:v>
                </c:pt>
                <c:pt idx="551">
                  <c:v>72040</c:v>
                </c:pt>
                <c:pt idx="552">
                  <c:v>6000</c:v>
                </c:pt>
                <c:pt idx="553">
                  <c:v>6200</c:v>
                </c:pt>
                <c:pt idx="554">
                  <c:v>44000</c:v>
                </c:pt>
                <c:pt idx="555">
                  <c:v>6900</c:v>
                </c:pt>
                <c:pt idx="556">
                  <c:v>2500</c:v>
                </c:pt>
                <c:pt idx="557">
                  <c:v>68000</c:v>
                </c:pt>
                <c:pt idx="558">
                  <c:v>36000</c:v>
                </c:pt>
                <c:pt idx="559">
                  <c:v>19000</c:v>
                </c:pt>
                <c:pt idx="560">
                  <c:v>10000</c:v>
                </c:pt>
                <c:pt idx="561">
                  <c:v>35000</c:v>
                </c:pt>
                <c:pt idx="562">
                  <c:v>6400</c:v>
                </c:pt>
                <c:pt idx="563">
                  <c:v>34000</c:v>
                </c:pt>
                <c:pt idx="564">
                  <c:v>35000</c:v>
                </c:pt>
                <c:pt idx="565">
                  <c:v>46000</c:v>
                </c:pt>
                <c:pt idx="566">
                  <c:v>83000</c:v>
                </c:pt>
                <c:pt idx="567">
                  <c:v>54000</c:v>
                </c:pt>
                <c:pt idx="568">
                  <c:v>42000</c:v>
                </c:pt>
                <c:pt idx="569">
                  <c:v>41441</c:v>
                </c:pt>
                <c:pt idx="570">
                  <c:v>48174</c:v>
                </c:pt>
                <c:pt idx="571">
                  <c:v>62591</c:v>
                </c:pt>
                <c:pt idx="572">
                  <c:v>48650</c:v>
                </c:pt>
                <c:pt idx="573">
                  <c:v>52245</c:v>
                </c:pt>
                <c:pt idx="574">
                  <c:v>7500</c:v>
                </c:pt>
                <c:pt idx="575">
                  <c:v>65000</c:v>
                </c:pt>
                <c:pt idx="576">
                  <c:v>43297</c:v>
                </c:pt>
                <c:pt idx="577">
                  <c:v>44710</c:v>
                </c:pt>
                <c:pt idx="578">
                  <c:v>62000</c:v>
                </c:pt>
                <c:pt idx="579">
                  <c:v>59267</c:v>
                </c:pt>
                <c:pt idx="580">
                  <c:v>69000</c:v>
                </c:pt>
                <c:pt idx="581">
                  <c:v>52236</c:v>
                </c:pt>
                <c:pt idx="582">
                  <c:v>47000</c:v>
                </c:pt>
                <c:pt idx="583">
                  <c:v>15530</c:v>
                </c:pt>
                <c:pt idx="584">
                  <c:v>64000</c:v>
                </c:pt>
                <c:pt idx="585">
                  <c:v>35000</c:v>
                </c:pt>
                <c:pt idx="586">
                  <c:v>92000</c:v>
                </c:pt>
                <c:pt idx="587">
                  <c:v>18000</c:v>
                </c:pt>
                <c:pt idx="588">
                  <c:v>50000</c:v>
                </c:pt>
                <c:pt idx="589">
                  <c:v>2000</c:v>
                </c:pt>
                <c:pt idx="590">
                  <c:v>72000</c:v>
                </c:pt>
                <c:pt idx="591">
                  <c:v>16000</c:v>
                </c:pt>
                <c:pt idx="592">
                  <c:v>103890</c:v>
                </c:pt>
                <c:pt idx="593">
                  <c:v>71000</c:v>
                </c:pt>
                <c:pt idx="594">
                  <c:v>12000</c:v>
                </c:pt>
                <c:pt idx="595">
                  <c:v>93000</c:v>
                </c:pt>
                <c:pt idx="596">
                  <c:v>63000</c:v>
                </c:pt>
                <c:pt idx="597">
                  <c:v>10000</c:v>
                </c:pt>
                <c:pt idx="598">
                  <c:v>33828</c:v>
                </c:pt>
                <c:pt idx="599">
                  <c:v>48000</c:v>
                </c:pt>
                <c:pt idx="600">
                  <c:v>71000</c:v>
                </c:pt>
                <c:pt idx="601">
                  <c:v>18000</c:v>
                </c:pt>
                <c:pt idx="602">
                  <c:v>50000</c:v>
                </c:pt>
                <c:pt idx="603">
                  <c:v>48000</c:v>
                </c:pt>
                <c:pt idx="604">
                  <c:v>4000</c:v>
                </c:pt>
                <c:pt idx="605">
                  <c:v>73000</c:v>
                </c:pt>
                <c:pt idx="606">
                  <c:v>170669</c:v>
                </c:pt>
                <c:pt idx="607">
                  <c:v>68000</c:v>
                </c:pt>
                <c:pt idx="608">
                  <c:v>70000</c:v>
                </c:pt>
                <c:pt idx="609">
                  <c:v>57654</c:v>
                </c:pt>
                <c:pt idx="610">
                  <c:v>22000</c:v>
                </c:pt>
                <c:pt idx="611">
                  <c:v>80000</c:v>
                </c:pt>
                <c:pt idx="612">
                  <c:v>41792</c:v>
                </c:pt>
                <c:pt idx="613">
                  <c:v>41000</c:v>
                </c:pt>
                <c:pt idx="614">
                  <c:v>107021</c:v>
                </c:pt>
                <c:pt idx="615">
                  <c:v>17000</c:v>
                </c:pt>
                <c:pt idx="616">
                  <c:v>57993</c:v>
                </c:pt>
                <c:pt idx="617">
                  <c:v>18000</c:v>
                </c:pt>
                <c:pt idx="618">
                  <c:v>32000</c:v>
                </c:pt>
                <c:pt idx="619">
                  <c:v>49235</c:v>
                </c:pt>
                <c:pt idx="620">
                  <c:v>4500</c:v>
                </c:pt>
                <c:pt idx="621">
                  <c:v>114000</c:v>
                </c:pt>
                <c:pt idx="622">
                  <c:v>105000</c:v>
                </c:pt>
                <c:pt idx="623">
                  <c:v>45000</c:v>
                </c:pt>
                <c:pt idx="624">
                  <c:v>30183</c:v>
                </c:pt>
                <c:pt idx="625">
                  <c:v>78000</c:v>
                </c:pt>
                <c:pt idx="626">
                  <c:v>73190</c:v>
                </c:pt>
                <c:pt idx="627">
                  <c:v>13120</c:v>
                </c:pt>
                <c:pt idx="628">
                  <c:v>64000</c:v>
                </c:pt>
                <c:pt idx="629">
                  <c:v>140000</c:v>
                </c:pt>
                <c:pt idx="630">
                  <c:v>39000</c:v>
                </c:pt>
                <c:pt idx="631">
                  <c:v>56918</c:v>
                </c:pt>
                <c:pt idx="632">
                  <c:v>55000</c:v>
                </c:pt>
                <c:pt idx="633">
                  <c:v>42000</c:v>
                </c:pt>
                <c:pt idx="634">
                  <c:v>25000</c:v>
                </c:pt>
                <c:pt idx="635">
                  <c:v>28000</c:v>
                </c:pt>
                <c:pt idx="636">
                  <c:v>43000</c:v>
                </c:pt>
                <c:pt idx="637">
                  <c:v>16000</c:v>
                </c:pt>
                <c:pt idx="638">
                  <c:v>27657</c:v>
                </c:pt>
                <c:pt idx="639">
                  <c:v>30000</c:v>
                </c:pt>
                <c:pt idx="640">
                  <c:v>111000</c:v>
                </c:pt>
                <c:pt idx="641">
                  <c:v>37600</c:v>
                </c:pt>
                <c:pt idx="642">
                  <c:v>48000</c:v>
                </c:pt>
                <c:pt idx="643">
                  <c:v>37000</c:v>
                </c:pt>
                <c:pt idx="644">
                  <c:v>54000</c:v>
                </c:pt>
                <c:pt idx="645">
                  <c:v>81802</c:v>
                </c:pt>
                <c:pt idx="646">
                  <c:v>45915</c:v>
                </c:pt>
                <c:pt idx="647">
                  <c:v>24000</c:v>
                </c:pt>
                <c:pt idx="648">
                  <c:v>22224</c:v>
                </c:pt>
                <c:pt idx="649">
                  <c:v>38000</c:v>
                </c:pt>
                <c:pt idx="650">
                  <c:v>53848</c:v>
                </c:pt>
                <c:pt idx="651">
                  <c:v>104264</c:v>
                </c:pt>
                <c:pt idx="652">
                  <c:v>61159</c:v>
                </c:pt>
                <c:pt idx="653">
                  <c:v>72000</c:v>
                </c:pt>
                <c:pt idx="654">
                  <c:v>29000</c:v>
                </c:pt>
                <c:pt idx="655">
                  <c:v>42000</c:v>
                </c:pt>
                <c:pt idx="656">
                  <c:v>40000</c:v>
                </c:pt>
                <c:pt idx="657">
                  <c:v>57400</c:v>
                </c:pt>
                <c:pt idx="658">
                  <c:v>13500</c:v>
                </c:pt>
                <c:pt idx="659">
                  <c:v>12400</c:v>
                </c:pt>
                <c:pt idx="660">
                  <c:v>38000</c:v>
                </c:pt>
                <c:pt idx="661">
                  <c:v>7000</c:v>
                </c:pt>
                <c:pt idx="662">
                  <c:v>121000</c:v>
                </c:pt>
                <c:pt idx="663">
                  <c:v>76000</c:v>
                </c:pt>
                <c:pt idx="664">
                  <c:v>50000</c:v>
                </c:pt>
                <c:pt idx="665">
                  <c:v>46721</c:v>
                </c:pt>
                <c:pt idx="666">
                  <c:v>41470</c:v>
                </c:pt>
                <c:pt idx="667">
                  <c:v>170000</c:v>
                </c:pt>
                <c:pt idx="668">
                  <c:v>80000</c:v>
                </c:pt>
                <c:pt idx="669">
                  <c:v>17000</c:v>
                </c:pt>
                <c:pt idx="670">
                  <c:v>31000</c:v>
                </c:pt>
                <c:pt idx="671">
                  <c:v>73265</c:v>
                </c:pt>
                <c:pt idx="672">
                  <c:v>47000</c:v>
                </c:pt>
                <c:pt idx="673">
                  <c:v>42000</c:v>
                </c:pt>
                <c:pt idx="674">
                  <c:v>25000</c:v>
                </c:pt>
                <c:pt idx="675">
                  <c:v>140000</c:v>
                </c:pt>
                <c:pt idx="676">
                  <c:v>68818</c:v>
                </c:pt>
                <c:pt idx="677">
                  <c:v>57000</c:v>
                </c:pt>
                <c:pt idx="678">
                  <c:v>39000</c:v>
                </c:pt>
                <c:pt idx="679">
                  <c:v>12050</c:v>
                </c:pt>
                <c:pt idx="680">
                  <c:v>24100</c:v>
                </c:pt>
                <c:pt idx="681">
                  <c:v>23000</c:v>
                </c:pt>
                <c:pt idx="682">
                  <c:v>185000</c:v>
                </c:pt>
                <c:pt idx="683">
                  <c:v>76000</c:v>
                </c:pt>
                <c:pt idx="684">
                  <c:v>47000</c:v>
                </c:pt>
                <c:pt idx="685">
                  <c:v>1910</c:v>
                </c:pt>
                <c:pt idx="686">
                  <c:v>23000</c:v>
                </c:pt>
                <c:pt idx="687">
                  <c:v>36978</c:v>
                </c:pt>
                <c:pt idx="688">
                  <c:v>33000</c:v>
                </c:pt>
                <c:pt idx="689">
                  <c:v>18954</c:v>
                </c:pt>
                <c:pt idx="690">
                  <c:v>58200</c:v>
                </c:pt>
                <c:pt idx="691">
                  <c:v>83000</c:v>
                </c:pt>
                <c:pt idx="692">
                  <c:v>80000</c:v>
                </c:pt>
                <c:pt idx="693">
                  <c:v>75000</c:v>
                </c:pt>
                <c:pt idx="694">
                  <c:v>64000</c:v>
                </c:pt>
                <c:pt idx="695">
                  <c:v>117048</c:v>
                </c:pt>
                <c:pt idx="696">
                  <c:v>47000</c:v>
                </c:pt>
                <c:pt idx="697">
                  <c:v>43290</c:v>
                </c:pt>
                <c:pt idx="698">
                  <c:v>70000</c:v>
                </c:pt>
                <c:pt idx="699">
                  <c:v>7000</c:v>
                </c:pt>
                <c:pt idx="700">
                  <c:v>150000</c:v>
                </c:pt>
                <c:pt idx="701">
                  <c:v>125000</c:v>
                </c:pt>
                <c:pt idx="702">
                  <c:v>42079</c:v>
                </c:pt>
                <c:pt idx="703">
                  <c:v>62645</c:v>
                </c:pt>
                <c:pt idx="704">
                  <c:v>69000</c:v>
                </c:pt>
                <c:pt idx="705">
                  <c:v>70662</c:v>
                </c:pt>
                <c:pt idx="706">
                  <c:v>40000</c:v>
                </c:pt>
                <c:pt idx="707">
                  <c:v>101347</c:v>
                </c:pt>
                <c:pt idx="708">
                  <c:v>36700</c:v>
                </c:pt>
                <c:pt idx="709">
                  <c:v>240000</c:v>
                </c:pt>
                <c:pt idx="710">
                  <c:v>76529</c:v>
                </c:pt>
                <c:pt idx="711">
                  <c:v>85000</c:v>
                </c:pt>
                <c:pt idx="712">
                  <c:v>99000</c:v>
                </c:pt>
                <c:pt idx="713">
                  <c:v>37959</c:v>
                </c:pt>
                <c:pt idx="714">
                  <c:v>60000</c:v>
                </c:pt>
                <c:pt idx="715">
                  <c:v>27000</c:v>
                </c:pt>
                <c:pt idx="716">
                  <c:v>75000</c:v>
                </c:pt>
                <c:pt idx="717">
                  <c:v>1300</c:v>
                </c:pt>
                <c:pt idx="718">
                  <c:v>21696</c:v>
                </c:pt>
                <c:pt idx="719">
                  <c:v>33000</c:v>
                </c:pt>
                <c:pt idx="720">
                  <c:v>6000</c:v>
                </c:pt>
                <c:pt idx="721">
                  <c:v>19000</c:v>
                </c:pt>
                <c:pt idx="722">
                  <c:v>58618</c:v>
                </c:pt>
                <c:pt idx="723">
                  <c:v>10500</c:v>
                </c:pt>
                <c:pt idx="724">
                  <c:v>41669</c:v>
                </c:pt>
                <c:pt idx="725">
                  <c:v>10000</c:v>
                </c:pt>
                <c:pt idx="726">
                  <c:v>36000</c:v>
                </c:pt>
                <c:pt idx="727">
                  <c:v>31000</c:v>
                </c:pt>
                <c:pt idx="728">
                  <c:v>37180</c:v>
                </c:pt>
                <c:pt idx="729">
                  <c:v>14000</c:v>
                </c:pt>
                <c:pt idx="730">
                  <c:v>53512</c:v>
                </c:pt>
                <c:pt idx="731">
                  <c:v>4600</c:v>
                </c:pt>
                <c:pt idx="732">
                  <c:v>40000</c:v>
                </c:pt>
                <c:pt idx="733">
                  <c:v>65000</c:v>
                </c:pt>
                <c:pt idx="734">
                  <c:v>32963</c:v>
                </c:pt>
                <c:pt idx="735">
                  <c:v>101000</c:v>
                </c:pt>
                <c:pt idx="736">
                  <c:v>14000</c:v>
                </c:pt>
                <c:pt idx="737">
                  <c:v>50500</c:v>
                </c:pt>
                <c:pt idx="738">
                  <c:v>80849</c:v>
                </c:pt>
                <c:pt idx="739">
                  <c:v>19868</c:v>
                </c:pt>
                <c:pt idx="740">
                  <c:v>45000</c:v>
                </c:pt>
                <c:pt idx="741">
                  <c:v>30858</c:v>
                </c:pt>
                <c:pt idx="742">
                  <c:v>56500</c:v>
                </c:pt>
                <c:pt idx="743">
                  <c:v>37003</c:v>
                </c:pt>
                <c:pt idx="744">
                  <c:v>11000</c:v>
                </c:pt>
                <c:pt idx="745">
                  <c:v>53000</c:v>
                </c:pt>
                <c:pt idx="746">
                  <c:v>75000</c:v>
                </c:pt>
                <c:pt idx="747">
                  <c:v>120000</c:v>
                </c:pt>
                <c:pt idx="748">
                  <c:v>44087</c:v>
                </c:pt>
                <c:pt idx="749">
                  <c:v>39000</c:v>
                </c:pt>
                <c:pt idx="750">
                  <c:v>59000</c:v>
                </c:pt>
                <c:pt idx="751">
                  <c:v>45000</c:v>
                </c:pt>
                <c:pt idx="752">
                  <c:v>92000</c:v>
                </c:pt>
                <c:pt idx="753">
                  <c:v>48422</c:v>
                </c:pt>
                <c:pt idx="754">
                  <c:v>29000</c:v>
                </c:pt>
                <c:pt idx="755">
                  <c:v>37500</c:v>
                </c:pt>
                <c:pt idx="756">
                  <c:v>62000</c:v>
                </c:pt>
                <c:pt idx="757">
                  <c:v>17000</c:v>
                </c:pt>
                <c:pt idx="758">
                  <c:v>76642</c:v>
                </c:pt>
                <c:pt idx="759">
                  <c:v>44000</c:v>
                </c:pt>
                <c:pt idx="760">
                  <c:v>20000</c:v>
                </c:pt>
                <c:pt idx="761">
                  <c:v>102000</c:v>
                </c:pt>
                <c:pt idx="762">
                  <c:v>9000</c:v>
                </c:pt>
                <c:pt idx="763">
                  <c:v>135000</c:v>
                </c:pt>
                <c:pt idx="764">
                  <c:v>14500</c:v>
                </c:pt>
                <c:pt idx="765">
                  <c:v>31552</c:v>
                </c:pt>
                <c:pt idx="766">
                  <c:v>70000</c:v>
                </c:pt>
                <c:pt idx="767">
                  <c:v>35134</c:v>
                </c:pt>
                <c:pt idx="768">
                  <c:v>45000</c:v>
                </c:pt>
                <c:pt idx="769">
                  <c:v>18000</c:v>
                </c:pt>
                <c:pt idx="770">
                  <c:v>8000</c:v>
                </c:pt>
                <c:pt idx="771">
                  <c:v>62125</c:v>
                </c:pt>
                <c:pt idx="772">
                  <c:v>78000</c:v>
                </c:pt>
                <c:pt idx="773">
                  <c:v>64300</c:v>
                </c:pt>
                <c:pt idx="774">
                  <c:v>28000</c:v>
                </c:pt>
                <c:pt idx="775">
                  <c:v>28600</c:v>
                </c:pt>
                <c:pt idx="776">
                  <c:v>69500</c:v>
                </c:pt>
                <c:pt idx="777">
                  <c:v>70000</c:v>
                </c:pt>
                <c:pt idx="778">
                  <c:v>24000</c:v>
                </c:pt>
                <c:pt idx="779">
                  <c:v>69500</c:v>
                </c:pt>
                <c:pt idx="780">
                  <c:v>25500</c:v>
                </c:pt>
                <c:pt idx="781">
                  <c:v>20000</c:v>
                </c:pt>
                <c:pt idx="782">
                  <c:v>55000</c:v>
                </c:pt>
                <c:pt idx="783">
                  <c:v>8640</c:v>
                </c:pt>
                <c:pt idx="784">
                  <c:v>80500</c:v>
                </c:pt>
                <c:pt idx="785">
                  <c:v>65000</c:v>
                </c:pt>
                <c:pt idx="786">
                  <c:v>5750</c:v>
                </c:pt>
                <c:pt idx="787">
                  <c:v>50000</c:v>
                </c:pt>
                <c:pt idx="788">
                  <c:v>28000</c:v>
                </c:pt>
                <c:pt idx="789">
                  <c:v>75431</c:v>
                </c:pt>
                <c:pt idx="790">
                  <c:v>43000</c:v>
                </c:pt>
                <c:pt idx="791">
                  <c:v>44876</c:v>
                </c:pt>
                <c:pt idx="792">
                  <c:v>95610</c:v>
                </c:pt>
                <c:pt idx="793">
                  <c:v>51000</c:v>
                </c:pt>
                <c:pt idx="794">
                  <c:v>110000</c:v>
                </c:pt>
                <c:pt idx="795">
                  <c:v>53693</c:v>
                </c:pt>
                <c:pt idx="796">
                  <c:v>70000</c:v>
                </c:pt>
                <c:pt idx="797">
                  <c:v>57000</c:v>
                </c:pt>
                <c:pt idx="798">
                  <c:v>63000</c:v>
                </c:pt>
                <c:pt idx="799">
                  <c:v>65494</c:v>
                </c:pt>
                <c:pt idx="800">
                  <c:v>53807</c:v>
                </c:pt>
                <c:pt idx="801">
                  <c:v>46000</c:v>
                </c:pt>
                <c:pt idx="802">
                  <c:v>67546</c:v>
                </c:pt>
                <c:pt idx="803">
                  <c:v>14500</c:v>
                </c:pt>
                <c:pt idx="804">
                  <c:v>37100</c:v>
                </c:pt>
                <c:pt idx="805">
                  <c:v>30000</c:v>
                </c:pt>
                <c:pt idx="806">
                  <c:v>89059</c:v>
                </c:pt>
                <c:pt idx="807">
                  <c:v>77000</c:v>
                </c:pt>
                <c:pt idx="808">
                  <c:v>42000</c:v>
                </c:pt>
                <c:pt idx="809">
                  <c:v>58146</c:v>
                </c:pt>
                <c:pt idx="810">
                  <c:v>13000</c:v>
                </c:pt>
                <c:pt idx="811">
                  <c:v>75000</c:v>
                </c:pt>
                <c:pt idx="812">
                  <c:v>50500</c:v>
                </c:pt>
                <c:pt idx="813">
                  <c:v>3826</c:v>
                </c:pt>
                <c:pt idx="814">
                  <c:v>53000</c:v>
                </c:pt>
                <c:pt idx="815">
                  <c:v>37000</c:v>
                </c:pt>
                <c:pt idx="816">
                  <c:v>38000</c:v>
                </c:pt>
                <c:pt idx="817">
                  <c:v>8499</c:v>
                </c:pt>
                <c:pt idx="818">
                  <c:v>61181</c:v>
                </c:pt>
                <c:pt idx="819">
                  <c:v>45000</c:v>
                </c:pt>
                <c:pt idx="820">
                  <c:v>102000</c:v>
                </c:pt>
                <c:pt idx="821">
                  <c:v>9232</c:v>
                </c:pt>
                <c:pt idx="822">
                  <c:v>72542</c:v>
                </c:pt>
                <c:pt idx="823">
                  <c:v>42601</c:v>
                </c:pt>
                <c:pt idx="824">
                  <c:v>90000</c:v>
                </c:pt>
                <c:pt idx="825">
                  <c:v>65000</c:v>
                </c:pt>
                <c:pt idx="826">
                  <c:v>40000</c:v>
                </c:pt>
                <c:pt idx="827">
                  <c:v>106223</c:v>
                </c:pt>
                <c:pt idx="828">
                  <c:v>115000</c:v>
                </c:pt>
                <c:pt idx="829">
                  <c:v>50000</c:v>
                </c:pt>
                <c:pt idx="830">
                  <c:v>30000</c:v>
                </c:pt>
                <c:pt idx="831">
                  <c:v>39850</c:v>
                </c:pt>
                <c:pt idx="832">
                  <c:v>80000</c:v>
                </c:pt>
                <c:pt idx="833">
                  <c:v>96095</c:v>
                </c:pt>
                <c:pt idx="834">
                  <c:v>12768</c:v>
                </c:pt>
                <c:pt idx="835">
                  <c:v>12321</c:v>
                </c:pt>
                <c:pt idx="836">
                  <c:v>30000</c:v>
                </c:pt>
                <c:pt idx="837">
                  <c:v>12000</c:v>
                </c:pt>
                <c:pt idx="838">
                  <c:v>33000</c:v>
                </c:pt>
                <c:pt idx="839">
                  <c:v>13000</c:v>
                </c:pt>
                <c:pt idx="840">
                  <c:v>57000</c:v>
                </c:pt>
                <c:pt idx="841">
                  <c:v>61000</c:v>
                </c:pt>
                <c:pt idx="842">
                  <c:v>48000</c:v>
                </c:pt>
                <c:pt idx="843">
                  <c:v>118000</c:v>
                </c:pt>
                <c:pt idx="844">
                  <c:v>44000</c:v>
                </c:pt>
                <c:pt idx="845">
                  <c:v>59000</c:v>
                </c:pt>
                <c:pt idx="846">
                  <c:v>99000</c:v>
                </c:pt>
                <c:pt idx="847">
                  <c:v>75000</c:v>
                </c:pt>
                <c:pt idx="848">
                  <c:v>79000</c:v>
                </c:pt>
                <c:pt idx="849">
                  <c:v>114000</c:v>
                </c:pt>
                <c:pt idx="850">
                  <c:v>82000</c:v>
                </c:pt>
                <c:pt idx="851">
                  <c:v>80000</c:v>
                </c:pt>
                <c:pt idx="852">
                  <c:v>65000</c:v>
                </c:pt>
                <c:pt idx="853">
                  <c:v>57000</c:v>
                </c:pt>
                <c:pt idx="854">
                  <c:v>26807</c:v>
                </c:pt>
                <c:pt idx="855">
                  <c:v>23000</c:v>
                </c:pt>
                <c:pt idx="856">
                  <c:v>112000</c:v>
                </c:pt>
                <c:pt idx="857">
                  <c:v>5000</c:v>
                </c:pt>
                <c:pt idx="858">
                  <c:v>70000</c:v>
                </c:pt>
                <c:pt idx="859">
                  <c:v>53929</c:v>
                </c:pt>
                <c:pt idx="860">
                  <c:v>49580</c:v>
                </c:pt>
                <c:pt idx="861">
                  <c:v>85000</c:v>
                </c:pt>
                <c:pt idx="862">
                  <c:v>61000</c:v>
                </c:pt>
                <c:pt idx="863">
                  <c:v>35000</c:v>
                </c:pt>
                <c:pt idx="864">
                  <c:v>42000</c:v>
                </c:pt>
                <c:pt idx="865">
                  <c:v>69000</c:v>
                </c:pt>
                <c:pt idx="866">
                  <c:v>70000</c:v>
                </c:pt>
                <c:pt idx="867">
                  <c:v>15780</c:v>
                </c:pt>
                <c:pt idx="868">
                  <c:v>40031</c:v>
                </c:pt>
                <c:pt idx="869">
                  <c:v>46000</c:v>
                </c:pt>
                <c:pt idx="870">
                  <c:v>50800</c:v>
                </c:pt>
                <c:pt idx="871">
                  <c:v>3000</c:v>
                </c:pt>
                <c:pt idx="872">
                  <c:v>95000</c:v>
                </c:pt>
                <c:pt idx="873">
                  <c:v>112000</c:v>
                </c:pt>
                <c:pt idx="874">
                  <c:v>36000</c:v>
                </c:pt>
                <c:pt idx="875">
                  <c:v>3500</c:v>
                </c:pt>
                <c:pt idx="876">
                  <c:v>30000</c:v>
                </c:pt>
                <c:pt idx="877">
                  <c:v>107879</c:v>
                </c:pt>
                <c:pt idx="878">
                  <c:v>19000</c:v>
                </c:pt>
                <c:pt idx="879">
                  <c:v>31100</c:v>
                </c:pt>
                <c:pt idx="880">
                  <c:v>65000</c:v>
                </c:pt>
                <c:pt idx="881">
                  <c:v>49000</c:v>
                </c:pt>
                <c:pt idx="882">
                  <c:v>5000</c:v>
                </c:pt>
                <c:pt idx="883">
                  <c:v>11000</c:v>
                </c:pt>
                <c:pt idx="884">
                  <c:v>28000</c:v>
                </c:pt>
                <c:pt idx="885">
                  <c:v>9400</c:v>
                </c:pt>
                <c:pt idx="886">
                  <c:v>77000</c:v>
                </c:pt>
                <c:pt idx="887">
                  <c:v>27000</c:v>
                </c:pt>
                <c:pt idx="888">
                  <c:v>15507</c:v>
                </c:pt>
                <c:pt idx="889">
                  <c:v>70000</c:v>
                </c:pt>
                <c:pt idx="890">
                  <c:v>44000</c:v>
                </c:pt>
                <c:pt idx="891">
                  <c:v>70000</c:v>
                </c:pt>
                <c:pt idx="892">
                  <c:v>145000</c:v>
                </c:pt>
                <c:pt idx="893">
                  <c:v>24000</c:v>
                </c:pt>
                <c:pt idx="894">
                  <c:v>47721</c:v>
                </c:pt>
                <c:pt idx="895">
                  <c:v>26000</c:v>
                </c:pt>
                <c:pt idx="896">
                  <c:v>15507</c:v>
                </c:pt>
                <c:pt idx="897">
                  <c:v>39000</c:v>
                </c:pt>
                <c:pt idx="898">
                  <c:v>58000</c:v>
                </c:pt>
                <c:pt idx="899">
                  <c:v>82000</c:v>
                </c:pt>
                <c:pt idx="900">
                  <c:v>95315</c:v>
                </c:pt>
                <c:pt idx="901">
                  <c:v>46000</c:v>
                </c:pt>
                <c:pt idx="902">
                  <c:v>11874</c:v>
                </c:pt>
                <c:pt idx="903">
                  <c:v>86000</c:v>
                </c:pt>
                <c:pt idx="904">
                  <c:v>111000</c:v>
                </c:pt>
                <c:pt idx="905">
                  <c:v>50000</c:v>
                </c:pt>
                <c:pt idx="906">
                  <c:v>25000</c:v>
                </c:pt>
                <c:pt idx="907">
                  <c:v>12000</c:v>
                </c:pt>
                <c:pt idx="908">
                  <c:v>32000</c:v>
                </c:pt>
                <c:pt idx="909">
                  <c:v>45000</c:v>
                </c:pt>
                <c:pt idx="910">
                  <c:v>112000</c:v>
                </c:pt>
                <c:pt idx="911">
                  <c:v>51800</c:v>
                </c:pt>
                <c:pt idx="912">
                  <c:v>22000</c:v>
                </c:pt>
                <c:pt idx="913">
                  <c:v>155000</c:v>
                </c:pt>
                <c:pt idx="914">
                  <c:v>60000</c:v>
                </c:pt>
                <c:pt idx="915">
                  <c:v>23000</c:v>
                </c:pt>
                <c:pt idx="916">
                  <c:v>75000</c:v>
                </c:pt>
                <c:pt idx="917">
                  <c:v>71000</c:v>
                </c:pt>
                <c:pt idx="918">
                  <c:v>64000</c:v>
                </c:pt>
                <c:pt idx="919">
                  <c:v>45326</c:v>
                </c:pt>
                <c:pt idx="920">
                  <c:v>28079</c:v>
                </c:pt>
                <c:pt idx="921">
                  <c:v>15529</c:v>
                </c:pt>
                <c:pt idx="922">
                  <c:v>29386</c:v>
                </c:pt>
                <c:pt idx="923">
                  <c:v>18105</c:v>
                </c:pt>
                <c:pt idx="924">
                  <c:v>125372</c:v>
                </c:pt>
                <c:pt idx="925">
                  <c:v>100000</c:v>
                </c:pt>
                <c:pt idx="926">
                  <c:v>40000</c:v>
                </c:pt>
                <c:pt idx="927">
                  <c:v>31000</c:v>
                </c:pt>
                <c:pt idx="928">
                  <c:v>42000</c:v>
                </c:pt>
                <c:pt idx="929">
                  <c:v>65001</c:v>
                </c:pt>
                <c:pt idx="930">
                  <c:v>42533</c:v>
                </c:pt>
                <c:pt idx="931">
                  <c:v>45000</c:v>
                </c:pt>
                <c:pt idx="932">
                  <c:v>36000</c:v>
                </c:pt>
                <c:pt idx="933">
                  <c:v>44000</c:v>
                </c:pt>
                <c:pt idx="934">
                  <c:v>85000</c:v>
                </c:pt>
                <c:pt idx="935">
                  <c:v>17000</c:v>
                </c:pt>
                <c:pt idx="936">
                  <c:v>72000</c:v>
                </c:pt>
                <c:pt idx="937">
                  <c:v>34400</c:v>
                </c:pt>
                <c:pt idx="938">
                  <c:v>8800</c:v>
                </c:pt>
                <c:pt idx="939">
                  <c:v>2000</c:v>
                </c:pt>
                <c:pt idx="940">
                  <c:v>19700</c:v>
                </c:pt>
                <c:pt idx="941">
                  <c:v>45000</c:v>
                </c:pt>
                <c:pt idx="942">
                  <c:v>73000</c:v>
                </c:pt>
                <c:pt idx="943">
                  <c:v>76000</c:v>
                </c:pt>
                <c:pt idx="944">
                  <c:v>110000</c:v>
                </c:pt>
                <c:pt idx="945">
                  <c:v>2700</c:v>
                </c:pt>
                <c:pt idx="946">
                  <c:v>75000</c:v>
                </c:pt>
                <c:pt idx="947">
                  <c:v>110000</c:v>
                </c:pt>
                <c:pt idx="948">
                  <c:v>70000</c:v>
                </c:pt>
                <c:pt idx="949">
                  <c:v>42000</c:v>
                </c:pt>
                <c:pt idx="950">
                  <c:v>70000</c:v>
                </c:pt>
                <c:pt idx="951">
                  <c:v>52890</c:v>
                </c:pt>
                <c:pt idx="952">
                  <c:v>48591</c:v>
                </c:pt>
                <c:pt idx="953">
                  <c:v>60888</c:v>
                </c:pt>
                <c:pt idx="954">
                  <c:v>48000</c:v>
                </c:pt>
                <c:pt idx="955">
                  <c:v>20251</c:v>
                </c:pt>
                <c:pt idx="956">
                  <c:v>49000</c:v>
                </c:pt>
                <c:pt idx="957">
                  <c:v>66000</c:v>
                </c:pt>
                <c:pt idx="958">
                  <c:v>54200</c:v>
                </c:pt>
                <c:pt idx="959">
                  <c:v>33000</c:v>
                </c:pt>
                <c:pt idx="960">
                  <c:v>51292</c:v>
                </c:pt>
                <c:pt idx="961">
                  <c:v>89000</c:v>
                </c:pt>
                <c:pt idx="962">
                  <c:v>55000</c:v>
                </c:pt>
                <c:pt idx="963">
                  <c:v>71000</c:v>
                </c:pt>
                <c:pt idx="964">
                  <c:v>20000</c:v>
                </c:pt>
                <c:pt idx="965">
                  <c:v>68500</c:v>
                </c:pt>
                <c:pt idx="966">
                  <c:v>19244</c:v>
                </c:pt>
                <c:pt idx="967">
                  <c:v>19000</c:v>
                </c:pt>
                <c:pt idx="968">
                  <c:v>75000</c:v>
                </c:pt>
                <c:pt idx="969">
                  <c:v>29000</c:v>
                </c:pt>
                <c:pt idx="970">
                  <c:v>60000</c:v>
                </c:pt>
                <c:pt idx="971">
                  <c:v>80000</c:v>
                </c:pt>
                <c:pt idx="972">
                  <c:v>54500</c:v>
                </c:pt>
                <c:pt idx="973">
                  <c:v>38000</c:v>
                </c:pt>
                <c:pt idx="974">
                  <c:v>16785</c:v>
                </c:pt>
                <c:pt idx="975">
                  <c:v>52000</c:v>
                </c:pt>
                <c:pt idx="976">
                  <c:v>76000</c:v>
                </c:pt>
                <c:pt idx="977">
                  <c:v>42678</c:v>
                </c:pt>
                <c:pt idx="978">
                  <c:v>95000</c:v>
                </c:pt>
                <c:pt idx="979">
                  <c:v>65000</c:v>
                </c:pt>
                <c:pt idx="980">
                  <c:v>31000</c:v>
                </c:pt>
                <c:pt idx="981">
                  <c:v>82682</c:v>
                </c:pt>
                <c:pt idx="982">
                  <c:v>70500</c:v>
                </c:pt>
                <c:pt idx="983">
                  <c:v>10000</c:v>
                </c:pt>
                <c:pt idx="984">
                  <c:v>57159</c:v>
                </c:pt>
                <c:pt idx="985">
                  <c:v>82000</c:v>
                </c:pt>
                <c:pt idx="986">
                  <c:v>120000</c:v>
                </c:pt>
                <c:pt idx="987">
                  <c:v>17000</c:v>
                </c:pt>
                <c:pt idx="988">
                  <c:v>40000</c:v>
                </c:pt>
                <c:pt idx="989">
                  <c:v>58100</c:v>
                </c:pt>
                <c:pt idx="990">
                  <c:v>12749</c:v>
                </c:pt>
                <c:pt idx="991">
                  <c:v>83466</c:v>
                </c:pt>
                <c:pt idx="992">
                  <c:v>86000</c:v>
                </c:pt>
                <c:pt idx="993">
                  <c:v>60921</c:v>
                </c:pt>
                <c:pt idx="994">
                  <c:v>78000</c:v>
                </c:pt>
                <c:pt idx="995">
                  <c:v>34736</c:v>
                </c:pt>
                <c:pt idx="996">
                  <c:v>14400</c:v>
                </c:pt>
                <c:pt idx="997">
                  <c:v>85000</c:v>
                </c:pt>
                <c:pt idx="998">
                  <c:v>80000</c:v>
                </c:pt>
                <c:pt idx="999">
                  <c:v>77590</c:v>
                </c:pt>
                <c:pt idx="1000">
                  <c:v>25000</c:v>
                </c:pt>
                <c:pt idx="1001">
                  <c:v>40545</c:v>
                </c:pt>
                <c:pt idx="1002">
                  <c:v>80000</c:v>
                </c:pt>
                <c:pt idx="1003">
                  <c:v>56852</c:v>
                </c:pt>
                <c:pt idx="1004">
                  <c:v>42000</c:v>
                </c:pt>
                <c:pt idx="1005">
                  <c:v>55000</c:v>
                </c:pt>
                <c:pt idx="1006">
                  <c:v>53000</c:v>
                </c:pt>
                <c:pt idx="1007">
                  <c:v>17000</c:v>
                </c:pt>
                <c:pt idx="1008">
                  <c:v>50000</c:v>
                </c:pt>
                <c:pt idx="1009">
                  <c:v>70000</c:v>
                </c:pt>
                <c:pt idx="1010">
                  <c:v>75793</c:v>
                </c:pt>
                <c:pt idx="1011">
                  <c:v>89311</c:v>
                </c:pt>
                <c:pt idx="1012">
                  <c:v>80000</c:v>
                </c:pt>
                <c:pt idx="1013">
                  <c:v>38000</c:v>
                </c:pt>
                <c:pt idx="1014">
                  <c:v>69500</c:v>
                </c:pt>
                <c:pt idx="1015">
                  <c:v>66794</c:v>
                </c:pt>
                <c:pt idx="1016">
                  <c:v>35616</c:v>
                </c:pt>
                <c:pt idx="1017">
                  <c:v>64000</c:v>
                </c:pt>
                <c:pt idx="1018">
                  <c:v>7000</c:v>
                </c:pt>
                <c:pt idx="1019">
                  <c:v>45000</c:v>
                </c:pt>
                <c:pt idx="1020">
                  <c:v>9000</c:v>
                </c:pt>
                <c:pt idx="1021">
                  <c:v>67738</c:v>
                </c:pt>
                <c:pt idx="1022">
                  <c:v>11030</c:v>
                </c:pt>
                <c:pt idx="1023">
                  <c:v>49123</c:v>
                </c:pt>
                <c:pt idx="1024">
                  <c:v>125000</c:v>
                </c:pt>
                <c:pt idx="1025">
                  <c:v>46000</c:v>
                </c:pt>
                <c:pt idx="1026">
                  <c:v>65000</c:v>
                </c:pt>
                <c:pt idx="1027">
                  <c:v>64000</c:v>
                </c:pt>
                <c:pt idx="1028">
                  <c:v>7942</c:v>
                </c:pt>
                <c:pt idx="1029">
                  <c:v>52100</c:v>
                </c:pt>
                <c:pt idx="1030">
                  <c:v>32809</c:v>
                </c:pt>
                <c:pt idx="1031">
                  <c:v>101000</c:v>
                </c:pt>
                <c:pt idx="1032">
                  <c:v>40500</c:v>
                </c:pt>
                <c:pt idx="1033">
                  <c:v>85000</c:v>
                </c:pt>
                <c:pt idx="1034">
                  <c:v>17268</c:v>
                </c:pt>
                <c:pt idx="1035">
                  <c:v>68000</c:v>
                </c:pt>
                <c:pt idx="1036">
                  <c:v>30000</c:v>
                </c:pt>
                <c:pt idx="1037">
                  <c:v>57000</c:v>
                </c:pt>
                <c:pt idx="1038">
                  <c:v>91840</c:v>
                </c:pt>
                <c:pt idx="1039">
                  <c:v>115000</c:v>
                </c:pt>
                <c:pt idx="1040">
                  <c:v>23000</c:v>
                </c:pt>
                <c:pt idx="1041">
                  <c:v>58000</c:v>
                </c:pt>
                <c:pt idx="1042">
                  <c:v>95786</c:v>
                </c:pt>
                <c:pt idx="1043">
                  <c:v>95401</c:v>
                </c:pt>
                <c:pt idx="1044">
                  <c:v>7000</c:v>
                </c:pt>
                <c:pt idx="1045">
                  <c:v>24000</c:v>
                </c:pt>
                <c:pt idx="1046">
                  <c:v>68000</c:v>
                </c:pt>
                <c:pt idx="1047">
                  <c:v>41273</c:v>
                </c:pt>
                <c:pt idx="1048">
                  <c:v>66000</c:v>
                </c:pt>
                <c:pt idx="1049">
                  <c:v>65954</c:v>
                </c:pt>
                <c:pt idx="1050">
                  <c:v>28000</c:v>
                </c:pt>
                <c:pt idx="1051">
                  <c:v>38848</c:v>
                </c:pt>
                <c:pt idx="1052">
                  <c:v>30000</c:v>
                </c:pt>
                <c:pt idx="1053">
                  <c:v>27000</c:v>
                </c:pt>
                <c:pt idx="1054">
                  <c:v>69000</c:v>
                </c:pt>
                <c:pt idx="1055">
                  <c:v>22700</c:v>
                </c:pt>
                <c:pt idx="1056">
                  <c:v>9212</c:v>
                </c:pt>
                <c:pt idx="1057">
                  <c:v>41000</c:v>
                </c:pt>
                <c:pt idx="1058">
                  <c:v>100000</c:v>
                </c:pt>
                <c:pt idx="1059">
                  <c:v>13066</c:v>
                </c:pt>
                <c:pt idx="1060">
                  <c:v>75000</c:v>
                </c:pt>
                <c:pt idx="1061">
                  <c:v>53241</c:v>
                </c:pt>
                <c:pt idx="1062">
                  <c:v>12000</c:v>
                </c:pt>
                <c:pt idx="1063">
                  <c:v>65000</c:v>
                </c:pt>
                <c:pt idx="1064">
                  <c:v>97000</c:v>
                </c:pt>
                <c:pt idx="1065">
                  <c:v>49000</c:v>
                </c:pt>
                <c:pt idx="1066">
                  <c:v>64000</c:v>
                </c:pt>
                <c:pt idx="1067">
                  <c:v>78000</c:v>
                </c:pt>
                <c:pt idx="1068">
                  <c:v>56000</c:v>
                </c:pt>
                <c:pt idx="1069">
                  <c:v>39000</c:v>
                </c:pt>
                <c:pt idx="1070">
                  <c:v>55000</c:v>
                </c:pt>
                <c:pt idx="1071">
                  <c:v>53000</c:v>
                </c:pt>
                <c:pt idx="1072">
                  <c:v>1374</c:v>
                </c:pt>
                <c:pt idx="1073">
                  <c:v>68000</c:v>
                </c:pt>
                <c:pt idx="1074">
                  <c:v>35000</c:v>
                </c:pt>
                <c:pt idx="1075">
                  <c:v>39000</c:v>
                </c:pt>
                <c:pt idx="1076">
                  <c:v>62000</c:v>
                </c:pt>
                <c:pt idx="1077">
                  <c:v>11000</c:v>
                </c:pt>
                <c:pt idx="1078">
                  <c:v>11000</c:v>
                </c:pt>
                <c:pt idx="1079">
                  <c:v>102000</c:v>
                </c:pt>
                <c:pt idx="1080">
                  <c:v>7000</c:v>
                </c:pt>
                <c:pt idx="1081">
                  <c:v>20000</c:v>
                </c:pt>
                <c:pt idx="1082">
                  <c:v>25000</c:v>
                </c:pt>
                <c:pt idx="1083">
                  <c:v>22000</c:v>
                </c:pt>
                <c:pt idx="1084">
                  <c:v>65000</c:v>
                </c:pt>
                <c:pt idx="1085">
                  <c:v>47000</c:v>
                </c:pt>
                <c:pt idx="1086">
                  <c:v>2000000</c:v>
                </c:pt>
                <c:pt idx="1087">
                  <c:v>27011</c:v>
                </c:pt>
                <c:pt idx="1088">
                  <c:v>45545</c:v>
                </c:pt>
                <c:pt idx="1089">
                  <c:v>18000</c:v>
                </c:pt>
                <c:pt idx="1090">
                  <c:v>72782</c:v>
                </c:pt>
                <c:pt idx="1091">
                  <c:v>16800</c:v>
                </c:pt>
                <c:pt idx="1092">
                  <c:v>77000</c:v>
                </c:pt>
                <c:pt idx="1093">
                  <c:v>120000</c:v>
                </c:pt>
                <c:pt idx="1094">
                  <c:v>38700</c:v>
                </c:pt>
                <c:pt idx="1095">
                  <c:v>7239</c:v>
                </c:pt>
                <c:pt idx="1096">
                  <c:v>14000</c:v>
                </c:pt>
                <c:pt idx="1097">
                  <c:v>76000</c:v>
                </c:pt>
                <c:pt idx="1098">
                  <c:v>11000</c:v>
                </c:pt>
                <c:pt idx="1099">
                  <c:v>81300</c:v>
                </c:pt>
                <c:pt idx="1100">
                  <c:v>76000</c:v>
                </c:pt>
                <c:pt idx="1101">
                  <c:v>91460</c:v>
                </c:pt>
                <c:pt idx="1102">
                  <c:v>45000</c:v>
                </c:pt>
                <c:pt idx="1103">
                  <c:v>47000</c:v>
                </c:pt>
                <c:pt idx="1104">
                  <c:v>50000</c:v>
                </c:pt>
                <c:pt idx="1105">
                  <c:v>133273</c:v>
                </c:pt>
                <c:pt idx="1106">
                  <c:v>60500</c:v>
                </c:pt>
                <c:pt idx="1107">
                  <c:v>81000</c:v>
                </c:pt>
                <c:pt idx="1108">
                  <c:v>22000</c:v>
                </c:pt>
                <c:pt idx="1109">
                  <c:v>88000</c:v>
                </c:pt>
                <c:pt idx="1110">
                  <c:v>19759</c:v>
                </c:pt>
                <c:pt idx="1111">
                  <c:v>77000</c:v>
                </c:pt>
                <c:pt idx="1112">
                  <c:v>58200</c:v>
                </c:pt>
                <c:pt idx="1113">
                  <c:v>4000</c:v>
                </c:pt>
                <c:pt idx="1114">
                  <c:v>42000</c:v>
                </c:pt>
                <c:pt idx="1115">
                  <c:v>63000</c:v>
                </c:pt>
                <c:pt idx="1116">
                  <c:v>42855</c:v>
                </c:pt>
                <c:pt idx="1117">
                  <c:v>24000</c:v>
                </c:pt>
                <c:pt idx="1118">
                  <c:v>34000</c:v>
                </c:pt>
                <c:pt idx="1119">
                  <c:v>9500</c:v>
                </c:pt>
                <c:pt idx="1120">
                  <c:v>32000</c:v>
                </c:pt>
                <c:pt idx="1121">
                  <c:v>97000</c:v>
                </c:pt>
                <c:pt idx="1122">
                  <c:v>72900</c:v>
                </c:pt>
                <c:pt idx="1123">
                  <c:v>28000</c:v>
                </c:pt>
                <c:pt idx="1124">
                  <c:v>6000</c:v>
                </c:pt>
                <c:pt idx="1125">
                  <c:v>41000</c:v>
                </c:pt>
                <c:pt idx="1126">
                  <c:v>50000</c:v>
                </c:pt>
                <c:pt idx="1127">
                  <c:v>66000</c:v>
                </c:pt>
                <c:pt idx="1128">
                  <c:v>38000</c:v>
                </c:pt>
                <c:pt idx="1129">
                  <c:v>17000</c:v>
                </c:pt>
                <c:pt idx="1130">
                  <c:v>74000</c:v>
                </c:pt>
                <c:pt idx="1131">
                  <c:v>22000</c:v>
                </c:pt>
                <c:pt idx="1132">
                  <c:v>20690</c:v>
                </c:pt>
                <c:pt idx="1133">
                  <c:v>40000</c:v>
                </c:pt>
                <c:pt idx="1134">
                  <c:v>50000</c:v>
                </c:pt>
                <c:pt idx="1135">
                  <c:v>70000</c:v>
                </c:pt>
                <c:pt idx="1136">
                  <c:v>20000</c:v>
                </c:pt>
                <c:pt idx="1137">
                  <c:v>47248</c:v>
                </c:pt>
                <c:pt idx="1138">
                  <c:v>9000</c:v>
                </c:pt>
                <c:pt idx="1139">
                  <c:v>78000</c:v>
                </c:pt>
                <c:pt idx="1140">
                  <c:v>51000</c:v>
                </c:pt>
                <c:pt idx="1141">
                  <c:v>34841</c:v>
                </c:pt>
                <c:pt idx="1142">
                  <c:v>46000</c:v>
                </c:pt>
                <c:pt idx="1143">
                  <c:v>61000</c:v>
                </c:pt>
                <c:pt idx="1144">
                  <c:v>55000</c:v>
                </c:pt>
                <c:pt idx="1145">
                  <c:v>58736</c:v>
                </c:pt>
                <c:pt idx="1146">
                  <c:v>34000</c:v>
                </c:pt>
                <c:pt idx="1147">
                  <c:v>47000</c:v>
                </c:pt>
                <c:pt idx="1148">
                  <c:v>47000</c:v>
                </c:pt>
                <c:pt idx="1149">
                  <c:v>79000</c:v>
                </c:pt>
                <c:pt idx="1150">
                  <c:v>12020</c:v>
                </c:pt>
                <c:pt idx="1151">
                  <c:v>7000</c:v>
                </c:pt>
                <c:pt idx="1152">
                  <c:v>15000</c:v>
                </c:pt>
                <c:pt idx="1153">
                  <c:v>82000</c:v>
                </c:pt>
                <c:pt idx="1154">
                  <c:v>6000</c:v>
                </c:pt>
                <c:pt idx="1155">
                  <c:v>68000</c:v>
                </c:pt>
                <c:pt idx="1156">
                  <c:v>24000</c:v>
                </c:pt>
                <c:pt idx="1157">
                  <c:v>56000</c:v>
                </c:pt>
                <c:pt idx="1158">
                  <c:v>34000</c:v>
                </c:pt>
                <c:pt idx="1159">
                  <c:v>10700</c:v>
                </c:pt>
                <c:pt idx="1160">
                  <c:v>25000</c:v>
                </c:pt>
                <c:pt idx="1161">
                  <c:v>54000</c:v>
                </c:pt>
                <c:pt idx="1162">
                  <c:v>75000</c:v>
                </c:pt>
                <c:pt idx="1163">
                  <c:v>88000</c:v>
                </c:pt>
                <c:pt idx="1164">
                  <c:v>139000</c:v>
                </c:pt>
                <c:pt idx="1165">
                  <c:v>1300</c:v>
                </c:pt>
                <c:pt idx="1166">
                  <c:v>20000</c:v>
                </c:pt>
                <c:pt idx="1167">
                  <c:v>122000</c:v>
                </c:pt>
                <c:pt idx="1168">
                  <c:v>38000</c:v>
                </c:pt>
                <c:pt idx="1169">
                  <c:v>18500</c:v>
                </c:pt>
                <c:pt idx="1170">
                  <c:v>27800</c:v>
                </c:pt>
                <c:pt idx="1171">
                  <c:v>46027</c:v>
                </c:pt>
                <c:pt idx="1172">
                  <c:v>23148</c:v>
                </c:pt>
                <c:pt idx="1173">
                  <c:v>28000</c:v>
                </c:pt>
                <c:pt idx="1174">
                  <c:v>11874</c:v>
                </c:pt>
                <c:pt idx="1175">
                  <c:v>50000</c:v>
                </c:pt>
                <c:pt idx="1176">
                  <c:v>88000</c:v>
                </c:pt>
                <c:pt idx="1177">
                  <c:v>75000</c:v>
                </c:pt>
                <c:pt idx="1178">
                  <c:v>15500</c:v>
                </c:pt>
                <c:pt idx="1179">
                  <c:v>82445</c:v>
                </c:pt>
                <c:pt idx="1180">
                  <c:v>75574</c:v>
                </c:pt>
                <c:pt idx="1181">
                  <c:v>64000</c:v>
                </c:pt>
                <c:pt idx="1182">
                  <c:v>75000</c:v>
                </c:pt>
                <c:pt idx="1183">
                  <c:v>14095</c:v>
                </c:pt>
                <c:pt idx="1184">
                  <c:v>17000</c:v>
                </c:pt>
                <c:pt idx="1185">
                  <c:v>70000</c:v>
                </c:pt>
                <c:pt idx="1186">
                  <c:v>68000</c:v>
                </c:pt>
                <c:pt idx="1187">
                  <c:v>40000</c:v>
                </c:pt>
                <c:pt idx="1188">
                  <c:v>39000</c:v>
                </c:pt>
                <c:pt idx="1189">
                  <c:v>72000</c:v>
                </c:pt>
                <c:pt idx="1190">
                  <c:v>39000</c:v>
                </c:pt>
                <c:pt idx="1191">
                  <c:v>62000</c:v>
                </c:pt>
                <c:pt idx="1192">
                  <c:v>41086</c:v>
                </c:pt>
                <c:pt idx="1193">
                  <c:v>65000</c:v>
                </c:pt>
                <c:pt idx="1194">
                  <c:v>7900</c:v>
                </c:pt>
                <c:pt idx="1195">
                  <c:v>22000</c:v>
                </c:pt>
                <c:pt idx="1196">
                  <c:v>73000</c:v>
                </c:pt>
                <c:pt idx="1197">
                  <c:v>55000</c:v>
                </c:pt>
                <c:pt idx="1198">
                  <c:v>6900</c:v>
                </c:pt>
                <c:pt idx="1199">
                  <c:v>65000</c:v>
                </c:pt>
                <c:pt idx="1200">
                  <c:v>48000</c:v>
                </c:pt>
                <c:pt idx="1201">
                  <c:v>48000</c:v>
                </c:pt>
                <c:pt idx="1202">
                  <c:v>18000</c:v>
                </c:pt>
                <c:pt idx="1203">
                  <c:v>27000</c:v>
                </c:pt>
                <c:pt idx="1204">
                  <c:v>78000</c:v>
                </c:pt>
                <c:pt idx="1205">
                  <c:v>87938</c:v>
                </c:pt>
                <c:pt idx="1206">
                  <c:v>43000</c:v>
                </c:pt>
                <c:pt idx="1207">
                  <c:v>26000</c:v>
                </c:pt>
                <c:pt idx="1208">
                  <c:v>70000</c:v>
                </c:pt>
                <c:pt idx="1209">
                  <c:v>31000</c:v>
                </c:pt>
                <c:pt idx="1210">
                  <c:v>103000</c:v>
                </c:pt>
                <c:pt idx="1211">
                  <c:v>54556</c:v>
                </c:pt>
                <c:pt idx="1212">
                  <c:v>74000</c:v>
                </c:pt>
                <c:pt idx="1213">
                  <c:v>64000</c:v>
                </c:pt>
                <c:pt idx="1214">
                  <c:v>85000</c:v>
                </c:pt>
                <c:pt idx="1215">
                  <c:v>54000</c:v>
                </c:pt>
                <c:pt idx="1216">
                  <c:v>57000</c:v>
                </c:pt>
                <c:pt idx="1217">
                  <c:v>38000</c:v>
                </c:pt>
                <c:pt idx="1218">
                  <c:v>68566</c:v>
                </c:pt>
                <c:pt idx="1219">
                  <c:v>68195</c:v>
                </c:pt>
                <c:pt idx="1220">
                  <c:v>57000</c:v>
                </c:pt>
                <c:pt idx="1221">
                  <c:v>45000</c:v>
                </c:pt>
                <c:pt idx="1222">
                  <c:v>60116</c:v>
                </c:pt>
                <c:pt idx="1223">
                  <c:v>82202</c:v>
                </c:pt>
                <c:pt idx="1224">
                  <c:v>51000</c:v>
                </c:pt>
                <c:pt idx="1225">
                  <c:v>24000</c:v>
                </c:pt>
                <c:pt idx="1226">
                  <c:v>86000</c:v>
                </c:pt>
                <c:pt idx="1227">
                  <c:v>41000</c:v>
                </c:pt>
                <c:pt idx="1228">
                  <c:v>76000</c:v>
                </c:pt>
                <c:pt idx="1229">
                  <c:v>120000</c:v>
                </c:pt>
                <c:pt idx="1230">
                  <c:v>12500</c:v>
                </c:pt>
                <c:pt idx="1231">
                  <c:v>114000</c:v>
                </c:pt>
                <c:pt idx="1232">
                  <c:v>25862</c:v>
                </c:pt>
                <c:pt idx="1233">
                  <c:v>35000</c:v>
                </c:pt>
                <c:pt idx="1234">
                  <c:v>72000</c:v>
                </c:pt>
                <c:pt idx="1235">
                  <c:v>90000</c:v>
                </c:pt>
                <c:pt idx="1236">
                  <c:v>38000</c:v>
                </c:pt>
                <c:pt idx="1237">
                  <c:v>7000</c:v>
                </c:pt>
                <c:pt idx="1238">
                  <c:v>83985</c:v>
                </c:pt>
                <c:pt idx="1239">
                  <c:v>74237</c:v>
                </c:pt>
                <c:pt idx="1240">
                  <c:v>53000</c:v>
                </c:pt>
                <c:pt idx="1241">
                  <c:v>42356</c:v>
                </c:pt>
                <c:pt idx="1242">
                  <c:v>84000</c:v>
                </c:pt>
                <c:pt idx="1243">
                  <c:v>114000</c:v>
                </c:pt>
                <c:pt idx="1244">
                  <c:v>26894</c:v>
                </c:pt>
                <c:pt idx="1245">
                  <c:v>70000</c:v>
                </c:pt>
                <c:pt idx="1246">
                  <c:v>98352</c:v>
                </c:pt>
                <c:pt idx="1247">
                  <c:v>107000</c:v>
                </c:pt>
                <c:pt idx="1248">
                  <c:v>68000</c:v>
                </c:pt>
                <c:pt idx="1249">
                  <c:v>52000</c:v>
                </c:pt>
                <c:pt idx="1250">
                  <c:v>31059</c:v>
                </c:pt>
                <c:pt idx="1251">
                  <c:v>114000</c:v>
                </c:pt>
                <c:pt idx="1252">
                  <c:v>35000</c:v>
                </c:pt>
                <c:pt idx="1253">
                  <c:v>44000</c:v>
                </c:pt>
                <c:pt idx="1254">
                  <c:v>72000</c:v>
                </c:pt>
                <c:pt idx="1255">
                  <c:v>8000</c:v>
                </c:pt>
                <c:pt idx="1256">
                  <c:v>54000</c:v>
                </c:pt>
                <c:pt idx="1257">
                  <c:v>99000</c:v>
                </c:pt>
                <c:pt idx="1258">
                  <c:v>88000</c:v>
                </c:pt>
                <c:pt idx="1259">
                  <c:v>11000</c:v>
                </c:pt>
                <c:pt idx="1260">
                  <c:v>19000</c:v>
                </c:pt>
                <c:pt idx="1261">
                  <c:v>33000</c:v>
                </c:pt>
                <c:pt idx="1262">
                  <c:v>44153</c:v>
                </c:pt>
                <c:pt idx="1263">
                  <c:v>32368</c:v>
                </c:pt>
                <c:pt idx="1264">
                  <c:v>42000</c:v>
                </c:pt>
                <c:pt idx="1265">
                  <c:v>56000</c:v>
                </c:pt>
                <c:pt idx="1266">
                  <c:v>10000</c:v>
                </c:pt>
                <c:pt idx="1267">
                  <c:v>63000</c:v>
                </c:pt>
                <c:pt idx="1268">
                  <c:v>49422</c:v>
                </c:pt>
                <c:pt idx="1269">
                  <c:v>75258</c:v>
                </c:pt>
                <c:pt idx="1270">
                  <c:v>46000</c:v>
                </c:pt>
                <c:pt idx="1271">
                  <c:v>68921</c:v>
                </c:pt>
                <c:pt idx="1272">
                  <c:v>79800</c:v>
                </c:pt>
                <c:pt idx="1273">
                  <c:v>53000</c:v>
                </c:pt>
                <c:pt idx="1274">
                  <c:v>59000</c:v>
                </c:pt>
                <c:pt idx="1275">
                  <c:v>30000</c:v>
                </c:pt>
                <c:pt idx="1276">
                  <c:v>65000</c:v>
                </c:pt>
                <c:pt idx="1277">
                  <c:v>58000</c:v>
                </c:pt>
                <c:pt idx="1278">
                  <c:v>94000</c:v>
                </c:pt>
                <c:pt idx="1279">
                  <c:v>45000</c:v>
                </c:pt>
                <c:pt idx="1280">
                  <c:v>62152</c:v>
                </c:pt>
                <c:pt idx="1281">
                  <c:v>28000</c:v>
                </c:pt>
                <c:pt idx="1282">
                  <c:v>15000</c:v>
                </c:pt>
                <c:pt idx="1283">
                  <c:v>53610</c:v>
                </c:pt>
                <c:pt idx="1284">
                  <c:v>75000</c:v>
                </c:pt>
                <c:pt idx="1285">
                  <c:v>16000</c:v>
                </c:pt>
                <c:pt idx="1286">
                  <c:v>60000</c:v>
                </c:pt>
                <c:pt idx="1287">
                  <c:v>101923</c:v>
                </c:pt>
                <c:pt idx="1288">
                  <c:v>45000</c:v>
                </c:pt>
                <c:pt idx="1289">
                  <c:v>120000</c:v>
                </c:pt>
                <c:pt idx="1290">
                  <c:v>56400</c:v>
                </c:pt>
                <c:pt idx="1291">
                  <c:v>70000</c:v>
                </c:pt>
                <c:pt idx="1292">
                  <c:v>82567</c:v>
                </c:pt>
                <c:pt idx="1293">
                  <c:v>32000</c:v>
                </c:pt>
                <c:pt idx="1294">
                  <c:v>68244</c:v>
                </c:pt>
                <c:pt idx="1295">
                  <c:v>25000</c:v>
                </c:pt>
                <c:pt idx="1296">
                  <c:v>34000</c:v>
                </c:pt>
                <c:pt idx="1297">
                  <c:v>36000</c:v>
                </c:pt>
                <c:pt idx="1298">
                  <c:v>36000</c:v>
                </c:pt>
                <c:pt idx="1299">
                  <c:v>68005</c:v>
                </c:pt>
                <c:pt idx="1300">
                  <c:v>74797</c:v>
                </c:pt>
                <c:pt idx="1301">
                  <c:v>12000</c:v>
                </c:pt>
                <c:pt idx="1302">
                  <c:v>31000</c:v>
                </c:pt>
                <c:pt idx="1303">
                  <c:v>7520</c:v>
                </c:pt>
                <c:pt idx="1304">
                  <c:v>58078</c:v>
                </c:pt>
                <c:pt idx="1305">
                  <c:v>79081</c:v>
                </c:pt>
                <c:pt idx="1306">
                  <c:v>28000</c:v>
                </c:pt>
                <c:pt idx="1307">
                  <c:v>72000</c:v>
                </c:pt>
                <c:pt idx="1308">
                  <c:v>23000</c:v>
                </c:pt>
                <c:pt idx="1309">
                  <c:v>74000</c:v>
                </c:pt>
                <c:pt idx="1310">
                  <c:v>11628</c:v>
                </c:pt>
                <c:pt idx="1311">
                  <c:v>81323</c:v>
                </c:pt>
                <c:pt idx="1312">
                  <c:v>50000</c:v>
                </c:pt>
                <c:pt idx="1313">
                  <c:v>145000</c:v>
                </c:pt>
                <c:pt idx="1314">
                  <c:v>48000</c:v>
                </c:pt>
                <c:pt idx="1315">
                  <c:v>80000</c:v>
                </c:pt>
                <c:pt idx="1316">
                  <c:v>28513</c:v>
                </c:pt>
                <c:pt idx="1317">
                  <c:v>42000</c:v>
                </c:pt>
                <c:pt idx="1318">
                  <c:v>87000</c:v>
                </c:pt>
                <c:pt idx="1319">
                  <c:v>55700</c:v>
                </c:pt>
                <c:pt idx="1320">
                  <c:v>45600</c:v>
                </c:pt>
                <c:pt idx="1321">
                  <c:v>78000</c:v>
                </c:pt>
                <c:pt idx="1322">
                  <c:v>55000</c:v>
                </c:pt>
                <c:pt idx="1323">
                  <c:v>3000</c:v>
                </c:pt>
                <c:pt idx="1324">
                  <c:v>52458</c:v>
                </c:pt>
                <c:pt idx="1325">
                  <c:v>30000</c:v>
                </c:pt>
                <c:pt idx="1326">
                  <c:v>46992</c:v>
                </c:pt>
                <c:pt idx="1327">
                  <c:v>54440</c:v>
                </c:pt>
                <c:pt idx="1328">
                  <c:v>32000</c:v>
                </c:pt>
                <c:pt idx="1329">
                  <c:v>103000</c:v>
                </c:pt>
                <c:pt idx="1330">
                  <c:v>28600</c:v>
                </c:pt>
                <c:pt idx="1331">
                  <c:v>72000</c:v>
                </c:pt>
                <c:pt idx="1332">
                  <c:v>64906</c:v>
                </c:pt>
                <c:pt idx="1333">
                  <c:v>79000</c:v>
                </c:pt>
                <c:pt idx="1334">
                  <c:v>64000</c:v>
                </c:pt>
                <c:pt idx="1335">
                  <c:v>56000</c:v>
                </c:pt>
                <c:pt idx="1336">
                  <c:v>85000</c:v>
                </c:pt>
                <c:pt idx="1337">
                  <c:v>12000</c:v>
                </c:pt>
                <c:pt idx="1338">
                  <c:v>67900</c:v>
                </c:pt>
                <c:pt idx="1339">
                  <c:v>48144</c:v>
                </c:pt>
                <c:pt idx="1340">
                  <c:v>7100</c:v>
                </c:pt>
                <c:pt idx="1341">
                  <c:v>9000</c:v>
                </c:pt>
                <c:pt idx="1342">
                  <c:v>64000</c:v>
                </c:pt>
                <c:pt idx="1343">
                  <c:v>38000</c:v>
                </c:pt>
                <c:pt idx="1344">
                  <c:v>65321</c:v>
                </c:pt>
                <c:pt idx="1345">
                  <c:v>80000</c:v>
                </c:pt>
                <c:pt idx="1346">
                  <c:v>37093</c:v>
                </c:pt>
                <c:pt idx="1347">
                  <c:v>37230</c:v>
                </c:pt>
                <c:pt idx="1348">
                  <c:v>76116</c:v>
                </c:pt>
                <c:pt idx="1349">
                  <c:v>83359</c:v>
                </c:pt>
                <c:pt idx="1350">
                  <c:v>30000</c:v>
                </c:pt>
                <c:pt idx="1351">
                  <c:v>38000</c:v>
                </c:pt>
                <c:pt idx="1352">
                  <c:v>28000</c:v>
                </c:pt>
                <c:pt idx="1353">
                  <c:v>14120</c:v>
                </c:pt>
                <c:pt idx="1354">
                  <c:v>25000</c:v>
                </c:pt>
                <c:pt idx="1355">
                  <c:v>28584</c:v>
                </c:pt>
                <c:pt idx="1356">
                  <c:v>87000</c:v>
                </c:pt>
                <c:pt idx="1357">
                  <c:v>50000</c:v>
                </c:pt>
                <c:pt idx="1358">
                  <c:v>63200</c:v>
                </c:pt>
                <c:pt idx="1359">
                  <c:v>55000</c:v>
                </c:pt>
                <c:pt idx="1360">
                  <c:v>71569</c:v>
                </c:pt>
                <c:pt idx="1361">
                  <c:v>41200</c:v>
                </c:pt>
                <c:pt idx="1362">
                  <c:v>117000</c:v>
                </c:pt>
                <c:pt idx="1363">
                  <c:v>65000</c:v>
                </c:pt>
                <c:pt idx="1364">
                  <c:v>33000</c:v>
                </c:pt>
                <c:pt idx="1365">
                  <c:v>21000</c:v>
                </c:pt>
                <c:pt idx="1366">
                  <c:v>23000</c:v>
                </c:pt>
                <c:pt idx="1367">
                  <c:v>26357</c:v>
                </c:pt>
                <c:pt idx="1368">
                  <c:v>33500</c:v>
                </c:pt>
                <c:pt idx="1369">
                  <c:v>72000</c:v>
                </c:pt>
                <c:pt idx="1370">
                  <c:v>54154</c:v>
                </c:pt>
                <c:pt idx="1371">
                  <c:v>14000</c:v>
                </c:pt>
                <c:pt idx="1372">
                  <c:v>35500</c:v>
                </c:pt>
                <c:pt idx="1373">
                  <c:v>63000</c:v>
                </c:pt>
                <c:pt idx="1374">
                  <c:v>52836</c:v>
                </c:pt>
                <c:pt idx="1375">
                  <c:v>50000</c:v>
                </c:pt>
                <c:pt idx="1376">
                  <c:v>72114</c:v>
                </c:pt>
                <c:pt idx="1377">
                  <c:v>72000</c:v>
                </c:pt>
                <c:pt idx="1378">
                  <c:v>24000</c:v>
                </c:pt>
                <c:pt idx="1379">
                  <c:v>42000</c:v>
                </c:pt>
                <c:pt idx="1380">
                  <c:v>27600</c:v>
                </c:pt>
                <c:pt idx="1381">
                  <c:v>31000</c:v>
                </c:pt>
                <c:pt idx="1382">
                  <c:v>32000</c:v>
                </c:pt>
                <c:pt idx="1383">
                  <c:v>55000</c:v>
                </c:pt>
                <c:pt idx="1384">
                  <c:v>31059</c:v>
                </c:pt>
                <c:pt idx="1385">
                  <c:v>72200</c:v>
                </c:pt>
                <c:pt idx="1386">
                  <c:v>72000</c:v>
                </c:pt>
                <c:pt idx="1387">
                  <c:v>77000</c:v>
                </c:pt>
                <c:pt idx="1388">
                  <c:v>26497</c:v>
                </c:pt>
                <c:pt idx="1389">
                  <c:v>57000</c:v>
                </c:pt>
                <c:pt idx="1390">
                  <c:v>56000</c:v>
                </c:pt>
                <c:pt idx="1391">
                  <c:v>20100</c:v>
                </c:pt>
                <c:pt idx="1392">
                  <c:v>67000</c:v>
                </c:pt>
                <c:pt idx="1393">
                  <c:v>14500</c:v>
                </c:pt>
                <c:pt idx="1394">
                  <c:v>41000</c:v>
                </c:pt>
                <c:pt idx="1395">
                  <c:v>30000</c:v>
                </c:pt>
                <c:pt idx="1396">
                  <c:v>19000</c:v>
                </c:pt>
                <c:pt idx="1397">
                  <c:v>110000</c:v>
                </c:pt>
                <c:pt idx="1398">
                  <c:v>115339</c:v>
                </c:pt>
                <c:pt idx="1399">
                  <c:v>18000</c:v>
                </c:pt>
                <c:pt idx="1400">
                  <c:v>4500</c:v>
                </c:pt>
                <c:pt idx="1401">
                  <c:v>56000</c:v>
                </c:pt>
                <c:pt idx="1402">
                  <c:v>49000</c:v>
                </c:pt>
                <c:pt idx="1403">
                  <c:v>7000</c:v>
                </c:pt>
                <c:pt idx="1404">
                  <c:v>78362</c:v>
                </c:pt>
                <c:pt idx="1405">
                  <c:v>30000</c:v>
                </c:pt>
                <c:pt idx="1406">
                  <c:v>59000</c:v>
                </c:pt>
                <c:pt idx="1407">
                  <c:v>49000</c:v>
                </c:pt>
                <c:pt idx="1408">
                  <c:v>56500</c:v>
                </c:pt>
                <c:pt idx="1409">
                  <c:v>71000</c:v>
                </c:pt>
                <c:pt idx="1410">
                  <c:v>88000</c:v>
                </c:pt>
                <c:pt idx="1411">
                  <c:v>68000</c:v>
                </c:pt>
                <c:pt idx="1412">
                  <c:v>94827</c:v>
                </c:pt>
                <c:pt idx="1413">
                  <c:v>62000</c:v>
                </c:pt>
                <c:pt idx="1414">
                  <c:v>57000</c:v>
                </c:pt>
                <c:pt idx="1415">
                  <c:v>22120</c:v>
                </c:pt>
                <c:pt idx="1416">
                  <c:v>11000</c:v>
                </c:pt>
                <c:pt idx="1417">
                  <c:v>58000</c:v>
                </c:pt>
                <c:pt idx="1418">
                  <c:v>54572</c:v>
                </c:pt>
                <c:pt idx="1419">
                  <c:v>56000</c:v>
                </c:pt>
                <c:pt idx="1420">
                  <c:v>89000</c:v>
                </c:pt>
                <c:pt idx="1421">
                  <c:v>42000</c:v>
                </c:pt>
                <c:pt idx="1422">
                  <c:v>6000</c:v>
                </c:pt>
                <c:pt idx="1423">
                  <c:v>79500</c:v>
                </c:pt>
                <c:pt idx="1424">
                  <c:v>82000</c:v>
                </c:pt>
                <c:pt idx="1425">
                  <c:v>34228</c:v>
                </c:pt>
                <c:pt idx="1426">
                  <c:v>141334</c:v>
                </c:pt>
                <c:pt idx="1427">
                  <c:v>50000</c:v>
                </c:pt>
                <c:pt idx="1428">
                  <c:v>65000</c:v>
                </c:pt>
                <c:pt idx="1429">
                  <c:v>20000</c:v>
                </c:pt>
                <c:pt idx="1430">
                  <c:v>24000</c:v>
                </c:pt>
                <c:pt idx="1431">
                  <c:v>36000</c:v>
                </c:pt>
                <c:pt idx="1432">
                  <c:v>117000</c:v>
                </c:pt>
                <c:pt idx="1433">
                  <c:v>24000</c:v>
                </c:pt>
                <c:pt idx="1434">
                  <c:v>82000</c:v>
                </c:pt>
                <c:pt idx="1435">
                  <c:v>78000</c:v>
                </c:pt>
                <c:pt idx="1436">
                  <c:v>45000</c:v>
                </c:pt>
                <c:pt idx="1437">
                  <c:v>50000</c:v>
                </c:pt>
                <c:pt idx="1438">
                  <c:v>24000</c:v>
                </c:pt>
                <c:pt idx="1439">
                  <c:v>77000</c:v>
                </c:pt>
                <c:pt idx="1440">
                  <c:v>55000</c:v>
                </c:pt>
                <c:pt idx="1441">
                  <c:v>66000</c:v>
                </c:pt>
                <c:pt idx="1442">
                  <c:v>37000</c:v>
                </c:pt>
                <c:pt idx="1443">
                  <c:v>80350</c:v>
                </c:pt>
                <c:pt idx="1444">
                  <c:v>102000</c:v>
                </c:pt>
                <c:pt idx="1445">
                  <c:v>48200</c:v>
                </c:pt>
                <c:pt idx="1446">
                  <c:v>55000</c:v>
                </c:pt>
                <c:pt idx="1447">
                  <c:v>14000</c:v>
                </c:pt>
                <c:pt idx="1448">
                  <c:v>25000</c:v>
                </c:pt>
                <c:pt idx="1449">
                  <c:v>20124</c:v>
                </c:pt>
                <c:pt idx="1450">
                  <c:v>55660</c:v>
                </c:pt>
                <c:pt idx="1451">
                  <c:v>94580</c:v>
                </c:pt>
                <c:pt idx="1452">
                  <c:v>45000</c:v>
                </c:pt>
                <c:pt idx="1453">
                  <c:v>10000</c:v>
                </c:pt>
                <c:pt idx="1454">
                  <c:v>57000</c:v>
                </c:pt>
                <c:pt idx="1455">
                  <c:v>45000</c:v>
                </c:pt>
                <c:pt idx="1456">
                  <c:v>90342</c:v>
                </c:pt>
                <c:pt idx="1457">
                  <c:v>1000</c:v>
                </c:pt>
                <c:pt idx="1458">
                  <c:v>135000</c:v>
                </c:pt>
                <c:pt idx="1459">
                  <c:v>123000</c:v>
                </c:pt>
                <c:pt idx="1460">
                  <c:v>47531</c:v>
                </c:pt>
                <c:pt idx="1461">
                  <c:v>79000</c:v>
                </c:pt>
                <c:pt idx="1462">
                  <c:v>95000</c:v>
                </c:pt>
                <c:pt idx="1463">
                  <c:v>53000</c:v>
                </c:pt>
                <c:pt idx="1464">
                  <c:v>30000</c:v>
                </c:pt>
                <c:pt idx="1465">
                  <c:v>65000</c:v>
                </c:pt>
                <c:pt idx="1466">
                  <c:v>440000</c:v>
                </c:pt>
                <c:pt idx="1467">
                  <c:v>63088</c:v>
                </c:pt>
                <c:pt idx="1468">
                  <c:v>62000</c:v>
                </c:pt>
                <c:pt idx="1469">
                  <c:v>80000</c:v>
                </c:pt>
                <c:pt idx="1470">
                  <c:v>29000</c:v>
                </c:pt>
                <c:pt idx="1471">
                  <c:v>2600</c:v>
                </c:pt>
                <c:pt idx="1472">
                  <c:v>81000</c:v>
                </c:pt>
                <c:pt idx="1473">
                  <c:v>73000</c:v>
                </c:pt>
                <c:pt idx="1474">
                  <c:v>34000</c:v>
                </c:pt>
                <c:pt idx="1475">
                  <c:v>36623</c:v>
                </c:pt>
                <c:pt idx="1476">
                  <c:v>30000</c:v>
                </c:pt>
                <c:pt idx="1477">
                  <c:v>5000</c:v>
                </c:pt>
                <c:pt idx="1478">
                  <c:v>80121</c:v>
                </c:pt>
                <c:pt idx="1479">
                  <c:v>64000</c:v>
                </c:pt>
                <c:pt idx="1480">
                  <c:v>39000</c:v>
                </c:pt>
                <c:pt idx="1481">
                  <c:v>70000</c:v>
                </c:pt>
                <c:pt idx="1482">
                  <c:v>36000</c:v>
                </c:pt>
                <c:pt idx="1483">
                  <c:v>40000</c:v>
                </c:pt>
                <c:pt idx="1484">
                  <c:v>1102</c:v>
                </c:pt>
                <c:pt idx="1485">
                  <c:v>62000</c:v>
                </c:pt>
                <c:pt idx="1486">
                  <c:v>97000</c:v>
                </c:pt>
                <c:pt idx="1487">
                  <c:v>43550</c:v>
                </c:pt>
                <c:pt idx="1488">
                  <c:v>28000</c:v>
                </c:pt>
                <c:pt idx="1489">
                  <c:v>47874</c:v>
                </c:pt>
                <c:pt idx="1490">
                  <c:v>87001</c:v>
                </c:pt>
                <c:pt idx="1491">
                  <c:v>72000</c:v>
                </c:pt>
                <c:pt idx="1492">
                  <c:v>59000</c:v>
                </c:pt>
                <c:pt idx="1493">
                  <c:v>143477</c:v>
                </c:pt>
                <c:pt idx="1494">
                  <c:v>85900</c:v>
                </c:pt>
                <c:pt idx="1495">
                  <c:v>10000</c:v>
                </c:pt>
                <c:pt idx="1496">
                  <c:v>47000</c:v>
                </c:pt>
                <c:pt idx="1497">
                  <c:v>55000</c:v>
                </c:pt>
                <c:pt idx="1498">
                  <c:v>69508</c:v>
                </c:pt>
                <c:pt idx="1499">
                  <c:v>2500</c:v>
                </c:pt>
                <c:pt idx="1500">
                  <c:v>64000</c:v>
                </c:pt>
                <c:pt idx="1501">
                  <c:v>53089</c:v>
                </c:pt>
                <c:pt idx="1502">
                  <c:v>90000</c:v>
                </c:pt>
                <c:pt idx="1503">
                  <c:v>23000</c:v>
                </c:pt>
                <c:pt idx="1504">
                  <c:v>55000</c:v>
                </c:pt>
                <c:pt idx="1505">
                  <c:v>64000</c:v>
                </c:pt>
                <c:pt idx="1506">
                  <c:v>52236</c:v>
                </c:pt>
                <c:pt idx="1507">
                  <c:v>76000</c:v>
                </c:pt>
                <c:pt idx="1508">
                  <c:v>19000</c:v>
                </c:pt>
                <c:pt idx="1509">
                  <c:v>97000</c:v>
                </c:pt>
                <c:pt idx="1510">
                  <c:v>76000</c:v>
                </c:pt>
                <c:pt idx="1511">
                  <c:v>15000</c:v>
                </c:pt>
                <c:pt idx="1512">
                  <c:v>98000</c:v>
                </c:pt>
                <c:pt idx="1513">
                  <c:v>36597</c:v>
                </c:pt>
                <c:pt idx="1514">
                  <c:v>500</c:v>
                </c:pt>
                <c:pt idx="1515">
                  <c:v>48000</c:v>
                </c:pt>
                <c:pt idx="1516">
                  <c:v>55000</c:v>
                </c:pt>
                <c:pt idx="1517">
                  <c:v>16000</c:v>
                </c:pt>
                <c:pt idx="1518">
                  <c:v>53000</c:v>
                </c:pt>
                <c:pt idx="1519">
                  <c:v>35000</c:v>
                </c:pt>
                <c:pt idx="1520">
                  <c:v>50000</c:v>
                </c:pt>
                <c:pt idx="1521">
                  <c:v>52600</c:v>
                </c:pt>
                <c:pt idx="1522">
                  <c:v>25000</c:v>
                </c:pt>
                <c:pt idx="1523">
                  <c:v>74000</c:v>
                </c:pt>
                <c:pt idx="1524">
                  <c:v>85000</c:v>
                </c:pt>
                <c:pt idx="1525">
                  <c:v>28000</c:v>
                </c:pt>
                <c:pt idx="1526">
                  <c:v>17000</c:v>
                </c:pt>
                <c:pt idx="1527">
                  <c:v>57000</c:v>
                </c:pt>
                <c:pt idx="1528">
                  <c:v>63300</c:v>
                </c:pt>
                <c:pt idx="1529">
                  <c:v>46000</c:v>
                </c:pt>
                <c:pt idx="1530">
                  <c:v>64000</c:v>
                </c:pt>
                <c:pt idx="1531">
                  <c:v>4600</c:v>
                </c:pt>
                <c:pt idx="1532">
                  <c:v>23000</c:v>
                </c:pt>
                <c:pt idx="1533">
                  <c:v>144933</c:v>
                </c:pt>
                <c:pt idx="1534">
                  <c:v>80000</c:v>
                </c:pt>
                <c:pt idx="1535">
                  <c:v>32545</c:v>
                </c:pt>
                <c:pt idx="1536">
                  <c:v>31000</c:v>
                </c:pt>
                <c:pt idx="1537">
                  <c:v>50000</c:v>
                </c:pt>
                <c:pt idx="1538">
                  <c:v>65000</c:v>
                </c:pt>
                <c:pt idx="1539">
                  <c:v>26000</c:v>
                </c:pt>
                <c:pt idx="1540">
                  <c:v>27000</c:v>
                </c:pt>
                <c:pt idx="1541">
                  <c:v>62000</c:v>
                </c:pt>
                <c:pt idx="1542">
                  <c:v>17000</c:v>
                </c:pt>
                <c:pt idx="1543">
                  <c:v>39234</c:v>
                </c:pt>
                <c:pt idx="1544">
                  <c:v>72000</c:v>
                </c:pt>
                <c:pt idx="1545">
                  <c:v>41215</c:v>
                </c:pt>
                <c:pt idx="1546">
                  <c:v>51000</c:v>
                </c:pt>
                <c:pt idx="1547">
                  <c:v>74179</c:v>
                </c:pt>
                <c:pt idx="1548">
                  <c:v>13000</c:v>
                </c:pt>
                <c:pt idx="1549">
                  <c:v>31056</c:v>
                </c:pt>
                <c:pt idx="1550">
                  <c:v>49148</c:v>
                </c:pt>
                <c:pt idx="1551">
                  <c:v>19000</c:v>
                </c:pt>
                <c:pt idx="1552">
                  <c:v>152000</c:v>
                </c:pt>
                <c:pt idx="1553">
                  <c:v>59000</c:v>
                </c:pt>
                <c:pt idx="1554">
                  <c:v>32000</c:v>
                </c:pt>
                <c:pt idx="1555">
                  <c:v>72000</c:v>
                </c:pt>
                <c:pt idx="1556">
                  <c:v>80000</c:v>
                </c:pt>
                <c:pt idx="1557">
                  <c:v>21894</c:v>
                </c:pt>
                <c:pt idx="1558">
                  <c:v>21000</c:v>
                </c:pt>
                <c:pt idx="1559">
                  <c:v>63587</c:v>
                </c:pt>
                <c:pt idx="1560">
                  <c:v>32000</c:v>
                </c:pt>
                <c:pt idx="1561">
                  <c:v>53694</c:v>
                </c:pt>
                <c:pt idx="1562">
                  <c:v>140000</c:v>
                </c:pt>
                <c:pt idx="1563">
                  <c:v>91100</c:v>
                </c:pt>
                <c:pt idx="1564">
                  <c:v>58000</c:v>
                </c:pt>
                <c:pt idx="1565">
                  <c:v>76148</c:v>
                </c:pt>
                <c:pt idx="1566">
                  <c:v>104000</c:v>
                </c:pt>
                <c:pt idx="1567">
                  <c:v>50000</c:v>
                </c:pt>
                <c:pt idx="1568">
                  <c:v>56000</c:v>
                </c:pt>
                <c:pt idx="1569">
                  <c:v>48000</c:v>
                </c:pt>
                <c:pt idx="1570">
                  <c:v>23000</c:v>
                </c:pt>
                <c:pt idx="1571">
                  <c:v>5600</c:v>
                </c:pt>
                <c:pt idx="1572">
                  <c:v>33000</c:v>
                </c:pt>
                <c:pt idx="1573">
                  <c:v>58900</c:v>
                </c:pt>
                <c:pt idx="1574">
                  <c:v>65000</c:v>
                </c:pt>
                <c:pt idx="1575">
                  <c:v>222000</c:v>
                </c:pt>
                <c:pt idx="1576">
                  <c:v>20000</c:v>
                </c:pt>
                <c:pt idx="1577">
                  <c:v>32000</c:v>
                </c:pt>
                <c:pt idx="1578">
                  <c:v>62000</c:v>
                </c:pt>
                <c:pt idx="1579">
                  <c:v>71000</c:v>
                </c:pt>
                <c:pt idx="1580">
                  <c:v>61000</c:v>
                </c:pt>
                <c:pt idx="1581">
                  <c:v>29000</c:v>
                </c:pt>
                <c:pt idx="1582">
                  <c:v>158690</c:v>
                </c:pt>
                <c:pt idx="1583">
                  <c:v>61000</c:v>
                </c:pt>
                <c:pt idx="1584">
                  <c:v>92000</c:v>
                </c:pt>
                <c:pt idx="1585">
                  <c:v>42000</c:v>
                </c:pt>
                <c:pt idx="1586">
                  <c:v>60969</c:v>
                </c:pt>
                <c:pt idx="1587">
                  <c:v>93000</c:v>
                </c:pt>
                <c:pt idx="1588">
                  <c:v>100000</c:v>
                </c:pt>
                <c:pt idx="1589">
                  <c:v>31000</c:v>
                </c:pt>
                <c:pt idx="1590">
                  <c:v>55000</c:v>
                </c:pt>
                <c:pt idx="1591">
                  <c:v>68320</c:v>
                </c:pt>
                <c:pt idx="1592">
                  <c:v>65000</c:v>
                </c:pt>
                <c:pt idx="1593">
                  <c:v>95000</c:v>
                </c:pt>
                <c:pt idx="1594">
                  <c:v>85785</c:v>
                </c:pt>
                <c:pt idx="1595">
                  <c:v>38000</c:v>
                </c:pt>
                <c:pt idx="1596">
                  <c:v>12905</c:v>
                </c:pt>
                <c:pt idx="1597">
                  <c:v>26000</c:v>
                </c:pt>
                <c:pt idx="1598">
                  <c:v>9000</c:v>
                </c:pt>
                <c:pt idx="1599">
                  <c:v>65000</c:v>
                </c:pt>
                <c:pt idx="1600">
                  <c:v>48000</c:v>
                </c:pt>
                <c:pt idx="1601">
                  <c:v>91000</c:v>
                </c:pt>
                <c:pt idx="1602">
                  <c:v>84873</c:v>
                </c:pt>
                <c:pt idx="1603">
                  <c:v>15000</c:v>
                </c:pt>
                <c:pt idx="1604">
                  <c:v>52000</c:v>
                </c:pt>
                <c:pt idx="1605">
                  <c:v>90000</c:v>
                </c:pt>
                <c:pt idx="1606">
                  <c:v>58000</c:v>
                </c:pt>
                <c:pt idx="1607">
                  <c:v>67000</c:v>
                </c:pt>
                <c:pt idx="1608">
                  <c:v>67000</c:v>
                </c:pt>
                <c:pt idx="1609">
                  <c:v>37556</c:v>
                </c:pt>
                <c:pt idx="1610">
                  <c:v>54000</c:v>
                </c:pt>
                <c:pt idx="1611">
                  <c:v>42000</c:v>
                </c:pt>
                <c:pt idx="1612">
                  <c:v>55000</c:v>
                </c:pt>
                <c:pt idx="1613">
                  <c:v>23952</c:v>
                </c:pt>
                <c:pt idx="1614">
                  <c:v>92000</c:v>
                </c:pt>
                <c:pt idx="1615">
                  <c:v>34000</c:v>
                </c:pt>
                <c:pt idx="1616">
                  <c:v>44300</c:v>
                </c:pt>
                <c:pt idx="1617">
                  <c:v>65000</c:v>
                </c:pt>
                <c:pt idx="1618">
                  <c:v>102000</c:v>
                </c:pt>
                <c:pt idx="1619">
                  <c:v>110000</c:v>
                </c:pt>
                <c:pt idx="1620">
                  <c:v>11000</c:v>
                </c:pt>
                <c:pt idx="1621">
                  <c:v>39000</c:v>
                </c:pt>
                <c:pt idx="1622">
                  <c:v>65000</c:v>
                </c:pt>
                <c:pt idx="1623">
                  <c:v>42500</c:v>
                </c:pt>
                <c:pt idx="1624">
                  <c:v>80000</c:v>
                </c:pt>
                <c:pt idx="1625">
                  <c:v>25200</c:v>
                </c:pt>
                <c:pt idx="1626">
                  <c:v>132683</c:v>
                </c:pt>
                <c:pt idx="1627">
                  <c:v>81000</c:v>
                </c:pt>
                <c:pt idx="1628">
                  <c:v>58888</c:v>
                </c:pt>
                <c:pt idx="1629">
                  <c:v>30000</c:v>
                </c:pt>
                <c:pt idx="1630">
                  <c:v>50599</c:v>
                </c:pt>
                <c:pt idx="1631">
                  <c:v>29000</c:v>
                </c:pt>
                <c:pt idx="1632">
                  <c:v>23000</c:v>
                </c:pt>
                <c:pt idx="1633">
                  <c:v>50000</c:v>
                </c:pt>
                <c:pt idx="1634">
                  <c:v>84878</c:v>
                </c:pt>
                <c:pt idx="1635">
                  <c:v>31000</c:v>
                </c:pt>
                <c:pt idx="1636">
                  <c:v>71063</c:v>
                </c:pt>
                <c:pt idx="1637">
                  <c:v>69001</c:v>
                </c:pt>
                <c:pt idx="1638">
                  <c:v>62000</c:v>
                </c:pt>
                <c:pt idx="1639">
                  <c:v>82000</c:v>
                </c:pt>
                <c:pt idx="1640">
                  <c:v>49200</c:v>
                </c:pt>
                <c:pt idx="1641">
                  <c:v>8000</c:v>
                </c:pt>
                <c:pt idx="1642">
                  <c:v>58000</c:v>
                </c:pt>
                <c:pt idx="1643">
                  <c:v>64000</c:v>
                </c:pt>
                <c:pt idx="1644">
                  <c:v>48568</c:v>
                </c:pt>
                <c:pt idx="1645">
                  <c:v>66500</c:v>
                </c:pt>
                <c:pt idx="1646">
                  <c:v>58590</c:v>
                </c:pt>
                <c:pt idx="1647">
                  <c:v>59000</c:v>
                </c:pt>
                <c:pt idx="1648">
                  <c:v>47000</c:v>
                </c:pt>
                <c:pt idx="1649">
                  <c:v>40000</c:v>
                </c:pt>
                <c:pt idx="1650">
                  <c:v>13092</c:v>
                </c:pt>
                <c:pt idx="1651">
                  <c:v>57057</c:v>
                </c:pt>
                <c:pt idx="1652">
                  <c:v>90000</c:v>
                </c:pt>
                <c:pt idx="1653">
                  <c:v>45000</c:v>
                </c:pt>
                <c:pt idx="1654">
                  <c:v>44000</c:v>
                </c:pt>
                <c:pt idx="1655">
                  <c:v>17000</c:v>
                </c:pt>
                <c:pt idx="1656">
                  <c:v>50860</c:v>
                </c:pt>
                <c:pt idx="1657">
                  <c:v>20000</c:v>
                </c:pt>
                <c:pt idx="1658">
                  <c:v>51000</c:v>
                </c:pt>
                <c:pt idx="1659">
                  <c:v>24000</c:v>
                </c:pt>
                <c:pt idx="1660">
                  <c:v>67000</c:v>
                </c:pt>
                <c:pt idx="1661">
                  <c:v>19000</c:v>
                </c:pt>
                <c:pt idx="1662">
                  <c:v>49500</c:v>
                </c:pt>
                <c:pt idx="1663">
                  <c:v>18800</c:v>
                </c:pt>
                <c:pt idx="1664">
                  <c:v>100000</c:v>
                </c:pt>
                <c:pt idx="1665">
                  <c:v>50050</c:v>
                </c:pt>
                <c:pt idx="1666">
                  <c:v>14000</c:v>
                </c:pt>
                <c:pt idx="1667">
                  <c:v>55000</c:v>
                </c:pt>
                <c:pt idx="1668">
                  <c:v>23000</c:v>
                </c:pt>
                <c:pt idx="1669">
                  <c:v>35000</c:v>
                </c:pt>
                <c:pt idx="1670">
                  <c:v>20734</c:v>
                </c:pt>
                <c:pt idx="1671">
                  <c:v>15200</c:v>
                </c:pt>
                <c:pt idx="1672">
                  <c:v>83000</c:v>
                </c:pt>
                <c:pt idx="1673">
                  <c:v>75000</c:v>
                </c:pt>
                <c:pt idx="1674">
                  <c:v>42794</c:v>
                </c:pt>
                <c:pt idx="1675">
                  <c:v>41000</c:v>
                </c:pt>
                <c:pt idx="1676">
                  <c:v>72256</c:v>
                </c:pt>
                <c:pt idx="1677">
                  <c:v>17300</c:v>
                </c:pt>
                <c:pt idx="1678">
                  <c:v>68000</c:v>
                </c:pt>
                <c:pt idx="1679">
                  <c:v>43600</c:v>
                </c:pt>
                <c:pt idx="1680">
                  <c:v>43000</c:v>
                </c:pt>
                <c:pt idx="1681">
                  <c:v>17283</c:v>
                </c:pt>
                <c:pt idx="1682">
                  <c:v>59000</c:v>
                </c:pt>
                <c:pt idx="1683">
                  <c:v>88000</c:v>
                </c:pt>
                <c:pt idx="1684">
                  <c:v>19000</c:v>
                </c:pt>
                <c:pt idx="1685">
                  <c:v>9500</c:v>
                </c:pt>
                <c:pt idx="1686">
                  <c:v>36000</c:v>
                </c:pt>
                <c:pt idx="1687">
                  <c:v>32000</c:v>
                </c:pt>
                <c:pt idx="1688">
                  <c:v>53300</c:v>
                </c:pt>
                <c:pt idx="1689">
                  <c:v>1</c:v>
                </c:pt>
                <c:pt idx="1690">
                  <c:v>32005</c:v>
                </c:pt>
                <c:pt idx="1691">
                  <c:v>35000</c:v>
                </c:pt>
                <c:pt idx="1692">
                  <c:v>18223</c:v>
                </c:pt>
                <c:pt idx="1693">
                  <c:v>92000</c:v>
                </c:pt>
                <c:pt idx="1694">
                  <c:v>22000</c:v>
                </c:pt>
                <c:pt idx="1695">
                  <c:v>62000</c:v>
                </c:pt>
                <c:pt idx="1696">
                  <c:v>4000</c:v>
                </c:pt>
                <c:pt idx="1697">
                  <c:v>72000</c:v>
                </c:pt>
                <c:pt idx="1698">
                  <c:v>60798</c:v>
                </c:pt>
                <c:pt idx="1699">
                  <c:v>20000</c:v>
                </c:pt>
                <c:pt idx="1700">
                  <c:v>18000</c:v>
                </c:pt>
                <c:pt idx="1701">
                  <c:v>78000</c:v>
                </c:pt>
                <c:pt idx="1702">
                  <c:v>52000</c:v>
                </c:pt>
                <c:pt idx="1703">
                  <c:v>10000</c:v>
                </c:pt>
                <c:pt idx="1704">
                  <c:v>32000</c:v>
                </c:pt>
                <c:pt idx="1705">
                  <c:v>138000</c:v>
                </c:pt>
                <c:pt idx="1706">
                  <c:v>84500</c:v>
                </c:pt>
                <c:pt idx="1707">
                  <c:v>47000</c:v>
                </c:pt>
                <c:pt idx="1708">
                  <c:v>20000</c:v>
                </c:pt>
                <c:pt idx="1709">
                  <c:v>0</c:v>
                </c:pt>
                <c:pt idx="1710">
                  <c:v>73000</c:v>
                </c:pt>
                <c:pt idx="1711">
                  <c:v>72000</c:v>
                </c:pt>
                <c:pt idx="1712">
                  <c:v>42000</c:v>
                </c:pt>
                <c:pt idx="1713">
                  <c:v>9000</c:v>
                </c:pt>
                <c:pt idx="1714">
                  <c:v>33000</c:v>
                </c:pt>
                <c:pt idx="1715">
                  <c:v>36528</c:v>
                </c:pt>
                <c:pt idx="1716">
                  <c:v>30000</c:v>
                </c:pt>
                <c:pt idx="1717">
                  <c:v>17000</c:v>
                </c:pt>
                <c:pt idx="1718">
                  <c:v>79000</c:v>
                </c:pt>
                <c:pt idx="1719">
                  <c:v>41000</c:v>
                </c:pt>
                <c:pt idx="1720">
                  <c:v>32500</c:v>
                </c:pt>
                <c:pt idx="1721">
                  <c:v>61000</c:v>
                </c:pt>
                <c:pt idx="1722">
                  <c:v>85000</c:v>
                </c:pt>
                <c:pt idx="1723">
                  <c:v>55000</c:v>
                </c:pt>
                <c:pt idx="1724">
                  <c:v>45000</c:v>
                </c:pt>
                <c:pt idx="1725">
                  <c:v>58000</c:v>
                </c:pt>
                <c:pt idx="1726">
                  <c:v>4400</c:v>
                </c:pt>
                <c:pt idx="1727">
                  <c:v>35000</c:v>
                </c:pt>
                <c:pt idx="1728">
                  <c:v>22346</c:v>
                </c:pt>
                <c:pt idx="1729">
                  <c:v>23280</c:v>
                </c:pt>
                <c:pt idx="1730">
                  <c:v>72000</c:v>
                </c:pt>
                <c:pt idx="1731">
                  <c:v>82000</c:v>
                </c:pt>
                <c:pt idx="1732">
                  <c:v>86000</c:v>
                </c:pt>
                <c:pt idx="1733">
                  <c:v>38000</c:v>
                </c:pt>
                <c:pt idx="1734">
                  <c:v>138314</c:v>
                </c:pt>
                <c:pt idx="1735">
                  <c:v>9900</c:v>
                </c:pt>
                <c:pt idx="1736">
                  <c:v>12500</c:v>
                </c:pt>
                <c:pt idx="1737">
                  <c:v>51529</c:v>
                </c:pt>
                <c:pt idx="1738">
                  <c:v>60000</c:v>
                </c:pt>
                <c:pt idx="1739">
                  <c:v>48000</c:v>
                </c:pt>
                <c:pt idx="1740">
                  <c:v>90000</c:v>
                </c:pt>
                <c:pt idx="1741">
                  <c:v>63000</c:v>
                </c:pt>
                <c:pt idx="1742">
                  <c:v>65822</c:v>
                </c:pt>
                <c:pt idx="1743">
                  <c:v>102000</c:v>
                </c:pt>
                <c:pt idx="1744">
                  <c:v>72100</c:v>
                </c:pt>
                <c:pt idx="1745">
                  <c:v>7534</c:v>
                </c:pt>
                <c:pt idx="1746">
                  <c:v>34000</c:v>
                </c:pt>
                <c:pt idx="1747">
                  <c:v>75000</c:v>
                </c:pt>
                <c:pt idx="1748">
                  <c:v>99000</c:v>
                </c:pt>
                <c:pt idx="1749">
                  <c:v>42000</c:v>
                </c:pt>
                <c:pt idx="1750">
                  <c:v>118000</c:v>
                </c:pt>
                <c:pt idx="1751">
                  <c:v>78000</c:v>
                </c:pt>
                <c:pt idx="1752">
                  <c:v>44000</c:v>
                </c:pt>
                <c:pt idx="1753">
                  <c:v>88757</c:v>
                </c:pt>
                <c:pt idx="1754">
                  <c:v>85000</c:v>
                </c:pt>
                <c:pt idx="1755">
                  <c:v>2200</c:v>
                </c:pt>
                <c:pt idx="1756">
                  <c:v>49000</c:v>
                </c:pt>
                <c:pt idx="1757">
                  <c:v>6000</c:v>
                </c:pt>
                <c:pt idx="1758">
                  <c:v>64000</c:v>
                </c:pt>
                <c:pt idx="1759">
                  <c:v>109000</c:v>
                </c:pt>
                <c:pt idx="1760">
                  <c:v>32000</c:v>
                </c:pt>
                <c:pt idx="1761">
                  <c:v>13000</c:v>
                </c:pt>
                <c:pt idx="1762">
                  <c:v>90000</c:v>
                </c:pt>
                <c:pt idx="1763">
                  <c:v>35000</c:v>
                </c:pt>
                <c:pt idx="1764">
                  <c:v>112000</c:v>
                </c:pt>
                <c:pt idx="1765">
                  <c:v>40000</c:v>
                </c:pt>
                <c:pt idx="1766">
                  <c:v>53580</c:v>
                </c:pt>
                <c:pt idx="1767">
                  <c:v>51500</c:v>
                </c:pt>
                <c:pt idx="1768">
                  <c:v>22000</c:v>
                </c:pt>
                <c:pt idx="1769">
                  <c:v>23700</c:v>
                </c:pt>
                <c:pt idx="1770">
                  <c:v>48069</c:v>
                </c:pt>
                <c:pt idx="1771">
                  <c:v>48000</c:v>
                </c:pt>
                <c:pt idx="1772">
                  <c:v>47981</c:v>
                </c:pt>
                <c:pt idx="1773">
                  <c:v>26000</c:v>
                </c:pt>
                <c:pt idx="1774">
                  <c:v>63000</c:v>
                </c:pt>
                <c:pt idx="1775">
                  <c:v>71500</c:v>
                </c:pt>
                <c:pt idx="1776">
                  <c:v>16630</c:v>
                </c:pt>
                <c:pt idx="1777">
                  <c:v>36000</c:v>
                </c:pt>
                <c:pt idx="1778">
                  <c:v>47255</c:v>
                </c:pt>
                <c:pt idx="1779">
                  <c:v>50000</c:v>
                </c:pt>
                <c:pt idx="1780">
                  <c:v>18703</c:v>
                </c:pt>
                <c:pt idx="1781">
                  <c:v>7935</c:v>
                </c:pt>
                <c:pt idx="1782">
                  <c:v>9355</c:v>
                </c:pt>
                <c:pt idx="1783">
                  <c:v>34800</c:v>
                </c:pt>
                <c:pt idx="1784">
                  <c:v>72000</c:v>
                </c:pt>
                <c:pt idx="1785">
                  <c:v>86288</c:v>
                </c:pt>
                <c:pt idx="1786">
                  <c:v>24003</c:v>
                </c:pt>
                <c:pt idx="1787">
                  <c:v>28000</c:v>
                </c:pt>
                <c:pt idx="1788">
                  <c:v>65000</c:v>
                </c:pt>
                <c:pt idx="1789">
                  <c:v>75000</c:v>
                </c:pt>
                <c:pt idx="1790">
                  <c:v>45000</c:v>
                </c:pt>
                <c:pt idx="1791">
                  <c:v>71000</c:v>
                </c:pt>
                <c:pt idx="1792">
                  <c:v>54000</c:v>
                </c:pt>
                <c:pt idx="1793">
                  <c:v>49776</c:v>
                </c:pt>
                <c:pt idx="1794">
                  <c:v>61000</c:v>
                </c:pt>
                <c:pt idx="1795">
                  <c:v>47884</c:v>
                </c:pt>
                <c:pt idx="1796">
                  <c:v>56000</c:v>
                </c:pt>
                <c:pt idx="1797">
                  <c:v>58424</c:v>
                </c:pt>
                <c:pt idx="1798">
                  <c:v>55000</c:v>
                </c:pt>
                <c:pt idx="1799">
                  <c:v>100000</c:v>
                </c:pt>
                <c:pt idx="1800">
                  <c:v>45000</c:v>
                </c:pt>
                <c:pt idx="1801">
                  <c:v>75000</c:v>
                </c:pt>
                <c:pt idx="1802">
                  <c:v>47000</c:v>
                </c:pt>
                <c:pt idx="1803">
                  <c:v>38000</c:v>
                </c:pt>
                <c:pt idx="1804">
                  <c:v>17000</c:v>
                </c:pt>
                <c:pt idx="1805">
                  <c:v>20000</c:v>
                </c:pt>
                <c:pt idx="1806">
                  <c:v>925000</c:v>
                </c:pt>
                <c:pt idx="1807">
                  <c:v>35000</c:v>
                </c:pt>
                <c:pt idx="1808">
                  <c:v>34303</c:v>
                </c:pt>
                <c:pt idx="1809">
                  <c:v>34000</c:v>
                </c:pt>
                <c:pt idx="1810">
                  <c:v>8000</c:v>
                </c:pt>
                <c:pt idx="1811">
                  <c:v>27000</c:v>
                </c:pt>
                <c:pt idx="1812">
                  <c:v>6600</c:v>
                </c:pt>
                <c:pt idx="1813">
                  <c:v>125000</c:v>
                </c:pt>
                <c:pt idx="1814">
                  <c:v>13424</c:v>
                </c:pt>
                <c:pt idx="1815">
                  <c:v>78000</c:v>
                </c:pt>
                <c:pt idx="1816">
                  <c:v>69276</c:v>
                </c:pt>
                <c:pt idx="1817">
                  <c:v>31000</c:v>
                </c:pt>
                <c:pt idx="1818">
                  <c:v>33000</c:v>
                </c:pt>
                <c:pt idx="1819">
                  <c:v>54000</c:v>
                </c:pt>
                <c:pt idx="1820">
                  <c:v>54000</c:v>
                </c:pt>
                <c:pt idx="1821">
                  <c:v>75000</c:v>
                </c:pt>
                <c:pt idx="1822">
                  <c:v>63651</c:v>
                </c:pt>
                <c:pt idx="1823">
                  <c:v>71796</c:v>
                </c:pt>
                <c:pt idx="1824">
                  <c:v>74000</c:v>
                </c:pt>
                <c:pt idx="1825">
                  <c:v>82461</c:v>
                </c:pt>
                <c:pt idx="1826">
                  <c:v>66000</c:v>
                </c:pt>
                <c:pt idx="1827">
                  <c:v>87000</c:v>
                </c:pt>
                <c:pt idx="1828">
                  <c:v>61109</c:v>
                </c:pt>
                <c:pt idx="1829">
                  <c:v>32000</c:v>
                </c:pt>
                <c:pt idx="1830">
                  <c:v>6600</c:v>
                </c:pt>
                <c:pt idx="1831">
                  <c:v>14000</c:v>
                </c:pt>
                <c:pt idx="1832">
                  <c:v>135797</c:v>
                </c:pt>
                <c:pt idx="1833">
                  <c:v>42475</c:v>
                </c:pt>
                <c:pt idx="1834">
                  <c:v>27239</c:v>
                </c:pt>
                <c:pt idx="1835">
                  <c:v>66000</c:v>
                </c:pt>
                <c:pt idx="1836">
                  <c:v>2272</c:v>
                </c:pt>
                <c:pt idx="1837">
                  <c:v>50000</c:v>
                </c:pt>
                <c:pt idx="1838">
                  <c:v>17491</c:v>
                </c:pt>
                <c:pt idx="1839">
                  <c:v>38674</c:v>
                </c:pt>
                <c:pt idx="1840">
                  <c:v>40000</c:v>
                </c:pt>
                <c:pt idx="1841">
                  <c:v>14000</c:v>
                </c:pt>
                <c:pt idx="1842">
                  <c:v>32000</c:v>
                </c:pt>
                <c:pt idx="1843">
                  <c:v>72000</c:v>
                </c:pt>
                <c:pt idx="1844">
                  <c:v>82000</c:v>
                </c:pt>
                <c:pt idx="1845">
                  <c:v>52000</c:v>
                </c:pt>
                <c:pt idx="1846">
                  <c:v>38500</c:v>
                </c:pt>
                <c:pt idx="1847">
                  <c:v>56000</c:v>
                </c:pt>
                <c:pt idx="1848">
                  <c:v>42000</c:v>
                </c:pt>
                <c:pt idx="1849">
                  <c:v>57983</c:v>
                </c:pt>
                <c:pt idx="1850">
                  <c:v>26000</c:v>
                </c:pt>
                <c:pt idx="1851">
                  <c:v>5000</c:v>
                </c:pt>
                <c:pt idx="1852">
                  <c:v>90000</c:v>
                </c:pt>
                <c:pt idx="1853">
                  <c:v>43323</c:v>
                </c:pt>
                <c:pt idx="1854">
                  <c:v>94182</c:v>
                </c:pt>
                <c:pt idx="1855">
                  <c:v>3395</c:v>
                </c:pt>
                <c:pt idx="1856">
                  <c:v>53213</c:v>
                </c:pt>
                <c:pt idx="1857">
                  <c:v>93000</c:v>
                </c:pt>
                <c:pt idx="1858">
                  <c:v>45000</c:v>
                </c:pt>
                <c:pt idx="1859">
                  <c:v>110000</c:v>
                </c:pt>
                <c:pt idx="1860">
                  <c:v>70000</c:v>
                </c:pt>
                <c:pt idx="1861">
                  <c:v>40000</c:v>
                </c:pt>
                <c:pt idx="1862">
                  <c:v>52000</c:v>
                </c:pt>
                <c:pt idx="1863">
                  <c:v>6200</c:v>
                </c:pt>
                <c:pt idx="1864">
                  <c:v>75650</c:v>
                </c:pt>
                <c:pt idx="1865">
                  <c:v>60000</c:v>
                </c:pt>
                <c:pt idx="1866">
                  <c:v>89000</c:v>
                </c:pt>
                <c:pt idx="1867">
                  <c:v>43000</c:v>
                </c:pt>
                <c:pt idx="1868">
                  <c:v>56000</c:v>
                </c:pt>
                <c:pt idx="1869">
                  <c:v>57000</c:v>
                </c:pt>
                <c:pt idx="1870">
                  <c:v>56000</c:v>
                </c:pt>
                <c:pt idx="1871">
                  <c:v>60000</c:v>
                </c:pt>
                <c:pt idx="1872">
                  <c:v>61805</c:v>
                </c:pt>
                <c:pt idx="1873">
                  <c:v>58000</c:v>
                </c:pt>
                <c:pt idx="1874">
                  <c:v>33000</c:v>
                </c:pt>
                <c:pt idx="1875">
                  <c:v>70000</c:v>
                </c:pt>
                <c:pt idx="1876">
                  <c:v>48000</c:v>
                </c:pt>
                <c:pt idx="1877">
                  <c:v>12400</c:v>
                </c:pt>
                <c:pt idx="1878">
                  <c:v>92000</c:v>
                </c:pt>
                <c:pt idx="1879">
                  <c:v>64000</c:v>
                </c:pt>
                <c:pt idx="1880">
                  <c:v>18000</c:v>
                </c:pt>
                <c:pt idx="1881">
                  <c:v>53376</c:v>
                </c:pt>
                <c:pt idx="1882">
                  <c:v>70000</c:v>
                </c:pt>
                <c:pt idx="1883">
                  <c:v>70000</c:v>
                </c:pt>
                <c:pt idx="1884">
                  <c:v>65123</c:v>
                </c:pt>
                <c:pt idx="1885">
                  <c:v>58600</c:v>
                </c:pt>
                <c:pt idx="1886">
                  <c:v>7500</c:v>
                </c:pt>
                <c:pt idx="1887">
                  <c:v>39000</c:v>
                </c:pt>
                <c:pt idx="1888">
                  <c:v>23000</c:v>
                </c:pt>
                <c:pt idx="1889">
                  <c:v>27900</c:v>
                </c:pt>
                <c:pt idx="1890">
                  <c:v>42000</c:v>
                </c:pt>
                <c:pt idx="1891">
                  <c:v>27011</c:v>
                </c:pt>
                <c:pt idx="1892">
                  <c:v>122000</c:v>
                </c:pt>
                <c:pt idx="1893">
                  <c:v>48000</c:v>
                </c:pt>
                <c:pt idx="1894">
                  <c:v>9000</c:v>
                </c:pt>
                <c:pt idx="1895">
                  <c:v>32000</c:v>
                </c:pt>
                <c:pt idx="1896">
                  <c:v>54000</c:v>
                </c:pt>
                <c:pt idx="1897">
                  <c:v>57000</c:v>
                </c:pt>
                <c:pt idx="1898">
                  <c:v>90000</c:v>
                </c:pt>
                <c:pt idx="1899">
                  <c:v>49000</c:v>
                </c:pt>
                <c:pt idx="1900">
                  <c:v>71000</c:v>
                </c:pt>
                <c:pt idx="1901">
                  <c:v>20000</c:v>
                </c:pt>
                <c:pt idx="1902">
                  <c:v>12300</c:v>
                </c:pt>
                <c:pt idx="1903">
                  <c:v>5000</c:v>
                </c:pt>
                <c:pt idx="1904">
                  <c:v>68000</c:v>
                </c:pt>
                <c:pt idx="1905">
                  <c:v>17000</c:v>
                </c:pt>
                <c:pt idx="1906">
                  <c:v>15000</c:v>
                </c:pt>
                <c:pt idx="1907">
                  <c:v>24444</c:v>
                </c:pt>
                <c:pt idx="1908">
                  <c:v>43000</c:v>
                </c:pt>
                <c:pt idx="1909">
                  <c:v>18000</c:v>
                </c:pt>
                <c:pt idx="1910">
                  <c:v>82000</c:v>
                </c:pt>
                <c:pt idx="1911">
                  <c:v>57000</c:v>
                </c:pt>
                <c:pt idx="1912">
                  <c:v>2610</c:v>
                </c:pt>
                <c:pt idx="1913">
                  <c:v>92000</c:v>
                </c:pt>
                <c:pt idx="1914">
                  <c:v>40879</c:v>
                </c:pt>
                <c:pt idx="1915">
                  <c:v>80000</c:v>
                </c:pt>
                <c:pt idx="1916">
                  <c:v>5500</c:v>
                </c:pt>
                <c:pt idx="1917">
                  <c:v>89000</c:v>
                </c:pt>
                <c:pt idx="1918">
                  <c:v>50000</c:v>
                </c:pt>
                <c:pt idx="1919">
                  <c:v>19000</c:v>
                </c:pt>
                <c:pt idx="1920">
                  <c:v>130000</c:v>
                </c:pt>
                <c:pt idx="1921">
                  <c:v>35000</c:v>
                </c:pt>
                <c:pt idx="1922">
                  <c:v>64418</c:v>
                </c:pt>
                <c:pt idx="1923">
                  <c:v>10265</c:v>
                </c:pt>
                <c:pt idx="1924">
                  <c:v>15000</c:v>
                </c:pt>
                <c:pt idx="1925">
                  <c:v>85000</c:v>
                </c:pt>
                <c:pt idx="1926">
                  <c:v>90000</c:v>
                </c:pt>
                <c:pt idx="1927">
                  <c:v>89000</c:v>
                </c:pt>
                <c:pt idx="1928">
                  <c:v>43000</c:v>
                </c:pt>
                <c:pt idx="1929">
                  <c:v>219000</c:v>
                </c:pt>
                <c:pt idx="1930">
                  <c:v>261236</c:v>
                </c:pt>
                <c:pt idx="1931">
                  <c:v>50000</c:v>
                </c:pt>
                <c:pt idx="1932">
                  <c:v>48000</c:v>
                </c:pt>
                <c:pt idx="1933">
                  <c:v>39000</c:v>
                </c:pt>
                <c:pt idx="1934">
                  <c:v>33030</c:v>
                </c:pt>
                <c:pt idx="1935">
                  <c:v>86000</c:v>
                </c:pt>
                <c:pt idx="1936">
                  <c:v>55000</c:v>
                </c:pt>
                <c:pt idx="1937">
                  <c:v>35000</c:v>
                </c:pt>
                <c:pt idx="1938">
                  <c:v>2000</c:v>
                </c:pt>
                <c:pt idx="1939">
                  <c:v>90000</c:v>
                </c:pt>
                <c:pt idx="1940">
                  <c:v>96506</c:v>
                </c:pt>
                <c:pt idx="1941">
                  <c:v>88000</c:v>
                </c:pt>
                <c:pt idx="1942">
                  <c:v>140987</c:v>
                </c:pt>
                <c:pt idx="1943">
                  <c:v>52000</c:v>
                </c:pt>
                <c:pt idx="1944">
                  <c:v>54443</c:v>
                </c:pt>
                <c:pt idx="1945">
                  <c:v>75000</c:v>
                </c:pt>
                <c:pt idx="1946">
                  <c:v>89000</c:v>
                </c:pt>
                <c:pt idx="1947">
                  <c:v>42000</c:v>
                </c:pt>
                <c:pt idx="1948">
                  <c:v>25000</c:v>
                </c:pt>
                <c:pt idx="1949">
                  <c:v>39000</c:v>
                </c:pt>
                <c:pt idx="1950">
                  <c:v>86000</c:v>
                </c:pt>
                <c:pt idx="1951">
                  <c:v>50300</c:v>
                </c:pt>
                <c:pt idx="1952">
                  <c:v>43000</c:v>
                </c:pt>
                <c:pt idx="1953">
                  <c:v>83555</c:v>
                </c:pt>
                <c:pt idx="1954">
                  <c:v>27500</c:v>
                </c:pt>
                <c:pt idx="1955">
                  <c:v>75000</c:v>
                </c:pt>
                <c:pt idx="1956">
                  <c:v>87000</c:v>
                </c:pt>
                <c:pt idx="1957">
                  <c:v>5800</c:v>
                </c:pt>
                <c:pt idx="1958">
                  <c:v>173000</c:v>
                </c:pt>
                <c:pt idx="1959">
                  <c:v>7000</c:v>
                </c:pt>
                <c:pt idx="1960">
                  <c:v>121000</c:v>
                </c:pt>
                <c:pt idx="1961">
                  <c:v>96000</c:v>
                </c:pt>
                <c:pt idx="1962">
                  <c:v>57885</c:v>
                </c:pt>
                <c:pt idx="1963">
                  <c:v>38091</c:v>
                </c:pt>
                <c:pt idx="1964">
                  <c:v>34000</c:v>
                </c:pt>
                <c:pt idx="1965">
                  <c:v>75000</c:v>
                </c:pt>
                <c:pt idx="1966">
                  <c:v>82000</c:v>
                </c:pt>
                <c:pt idx="1967">
                  <c:v>20000</c:v>
                </c:pt>
                <c:pt idx="1968">
                  <c:v>65000</c:v>
                </c:pt>
                <c:pt idx="1969">
                  <c:v>88000</c:v>
                </c:pt>
                <c:pt idx="1970">
                  <c:v>65000</c:v>
                </c:pt>
                <c:pt idx="1971">
                  <c:v>65000</c:v>
                </c:pt>
                <c:pt idx="1972">
                  <c:v>41000</c:v>
                </c:pt>
                <c:pt idx="1973">
                  <c:v>127000</c:v>
                </c:pt>
                <c:pt idx="1974">
                  <c:v>51834</c:v>
                </c:pt>
                <c:pt idx="1975">
                  <c:v>28000</c:v>
                </c:pt>
                <c:pt idx="1976">
                  <c:v>39000</c:v>
                </c:pt>
                <c:pt idx="1977">
                  <c:v>116592</c:v>
                </c:pt>
                <c:pt idx="1978">
                  <c:v>80000</c:v>
                </c:pt>
                <c:pt idx="1979">
                  <c:v>32000</c:v>
                </c:pt>
                <c:pt idx="1980">
                  <c:v>21200</c:v>
                </c:pt>
                <c:pt idx="1981">
                  <c:v>75</c:v>
                </c:pt>
                <c:pt idx="1982">
                  <c:v>75693</c:v>
                </c:pt>
                <c:pt idx="1983">
                  <c:v>85000</c:v>
                </c:pt>
                <c:pt idx="1984">
                  <c:v>49000</c:v>
                </c:pt>
                <c:pt idx="1985">
                  <c:v>71000</c:v>
                </c:pt>
                <c:pt idx="1986">
                  <c:v>80000</c:v>
                </c:pt>
                <c:pt idx="1987">
                  <c:v>47000</c:v>
                </c:pt>
                <c:pt idx="1988">
                  <c:v>48000</c:v>
                </c:pt>
                <c:pt idx="1989">
                  <c:v>68000</c:v>
                </c:pt>
                <c:pt idx="1990">
                  <c:v>79000</c:v>
                </c:pt>
                <c:pt idx="1991">
                  <c:v>90300</c:v>
                </c:pt>
                <c:pt idx="1992">
                  <c:v>83000</c:v>
                </c:pt>
                <c:pt idx="1993">
                  <c:v>73000</c:v>
                </c:pt>
                <c:pt idx="1994">
                  <c:v>60474</c:v>
                </c:pt>
                <c:pt idx="1995">
                  <c:v>72000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25C-4F9D-8322-2C3B7D27B1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0407584"/>
        <c:axId val="1440406624"/>
      </c:scatterChart>
      <c:valAx>
        <c:axId val="1440407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Selling</a:t>
                </a:r>
                <a:r>
                  <a:rPr lang="en-AU" baseline="0"/>
                  <a:t> price (inr)</a:t>
                </a:r>
                <a:endParaRPr lang="en-A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406624"/>
        <c:crosses val="autoZero"/>
        <c:crossBetween val="midCat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1440406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Kilometers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407584"/>
        <c:crosses val="autoZero"/>
        <c:crossBetween val="midCat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C2E1D-B67B-49E7-94A8-77C09543D1E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99EF6D-97A1-42C4-BE8D-6B6E4E701000}">
      <dgm:prSet/>
      <dgm:spPr/>
      <dgm:t>
        <a:bodyPr/>
        <a:lstStyle/>
        <a:p>
          <a:r>
            <a:rPr lang="en-GB" dirty="0"/>
            <a:t>Dataset contains information of 1997 used car sales.</a:t>
          </a:r>
          <a:endParaRPr lang="en-US" dirty="0"/>
        </a:p>
      </dgm:t>
    </dgm:pt>
    <dgm:pt modelId="{BE09B507-A488-4B48-BACF-EDAC5C44456E}" type="parTrans" cxnId="{908A2CF2-FAD6-4C46-B027-1CEF6AE720CE}">
      <dgm:prSet/>
      <dgm:spPr/>
      <dgm:t>
        <a:bodyPr/>
        <a:lstStyle/>
        <a:p>
          <a:endParaRPr lang="en-US"/>
        </a:p>
      </dgm:t>
    </dgm:pt>
    <dgm:pt modelId="{D1EB000A-E36B-441E-BEB4-9BE61CB80B87}" type="sibTrans" cxnId="{908A2CF2-FAD6-4C46-B027-1CEF6AE720CE}">
      <dgm:prSet/>
      <dgm:spPr/>
      <dgm:t>
        <a:bodyPr/>
        <a:lstStyle/>
        <a:p>
          <a:endParaRPr lang="en-US"/>
        </a:p>
      </dgm:t>
    </dgm:pt>
    <dgm:pt modelId="{15915602-7C3B-4776-A71C-B39558C25B9F}">
      <dgm:prSet/>
      <dgm:spPr/>
      <dgm:t>
        <a:bodyPr/>
        <a:lstStyle/>
        <a:p>
          <a:r>
            <a:rPr lang="en-GB"/>
            <a:t>It had 1 duplicate row.</a:t>
          </a:r>
          <a:endParaRPr lang="en-US"/>
        </a:p>
      </dgm:t>
    </dgm:pt>
    <dgm:pt modelId="{68904F33-A13C-4AF2-802D-4229F6786DDB}" type="parTrans" cxnId="{5E3B6649-1E17-4D0E-8539-FF14B03A5067}">
      <dgm:prSet/>
      <dgm:spPr/>
      <dgm:t>
        <a:bodyPr/>
        <a:lstStyle/>
        <a:p>
          <a:endParaRPr lang="en-US"/>
        </a:p>
      </dgm:t>
    </dgm:pt>
    <dgm:pt modelId="{EB6944FC-24F2-486E-85BE-3E5B7A0FDCE0}" type="sibTrans" cxnId="{5E3B6649-1E17-4D0E-8539-FF14B03A5067}">
      <dgm:prSet/>
      <dgm:spPr/>
      <dgm:t>
        <a:bodyPr/>
        <a:lstStyle/>
        <a:p>
          <a:endParaRPr lang="en-US"/>
        </a:p>
      </dgm:t>
    </dgm:pt>
    <dgm:pt modelId="{675FE310-724E-4F2E-85EB-5464B95D9FC8}">
      <dgm:prSet/>
      <dgm:spPr/>
      <dgm:t>
        <a:bodyPr/>
        <a:lstStyle/>
        <a:p>
          <a:r>
            <a:rPr lang="en-GB"/>
            <a:t>Initially 717 blank/empty values.</a:t>
          </a:r>
          <a:endParaRPr lang="en-US"/>
        </a:p>
      </dgm:t>
    </dgm:pt>
    <dgm:pt modelId="{C034372A-DBD7-4F62-B7B4-02509D5AD552}" type="parTrans" cxnId="{3E9B3148-C91D-4A49-9D5F-BE91DDDB984B}">
      <dgm:prSet/>
      <dgm:spPr/>
      <dgm:t>
        <a:bodyPr/>
        <a:lstStyle/>
        <a:p>
          <a:endParaRPr lang="en-US"/>
        </a:p>
      </dgm:t>
    </dgm:pt>
    <dgm:pt modelId="{C13D6C37-45F9-435E-97A6-01ED71D7EE2E}" type="sibTrans" cxnId="{3E9B3148-C91D-4A49-9D5F-BE91DDDB984B}">
      <dgm:prSet/>
      <dgm:spPr/>
      <dgm:t>
        <a:bodyPr/>
        <a:lstStyle/>
        <a:p>
          <a:endParaRPr lang="en-US"/>
        </a:p>
      </dgm:t>
    </dgm:pt>
    <dgm:pt modelId="{C85D355F-799C-4177-8135-F09F63CC7DDA}" type="pres">
      <dgm:prSet presAssocID="{1C0C2E1D-B67B-49E7-94A8-77C09543D1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014299-81EE-486F-B1DE-86D5C8F7178D}" type="pres">
      <dgm:prSet presAssocID="{A299EF6D-97A1-42C4-BE8D-6B6E4E701000}" presName="hierRoot1" presStyleCnt="0"/>
      <dgm:spPr/>
    </dgm:pt>
    <dgm:pt modelId="{6A0B0114-1FEA-4FC9-AFAA-4E74BB3241F2}" type="pres">
      <dgm:prSet presAssocID="{A299EF6D-97A1-42C4-BE8D-6B6E4E701000}" presName="composite" presStyleCnt="0"/>
      <dgm:spPr/>
    </dgm:pt>
    <dgm:pt modelId="{0F1FDD17-6C45-4B5B-9CB0-2DEA605543CA}" type="pres">
      <dgm:prSet presAssocID="{A299EF6D-97A1-42C4-BE8D-6B6E4E701000}" presName="background" presStyleLbl="node0" presStyleIdx="0" presStyleCnt="3"/>
      <dgm:spPr/>
    </dgm:pt>
    <dgm:pt modelId="{5FA0CCD1-87D9-4F8C-A7D7-A48A2D9151F0}" type="pres">
      <dgm:prSet presAssocID="{A299EF6D-97A1-42C4-BE8D-6B6E4E701000}" presName="text" presStyleLbl="fgAcc0" presStyleIdx="0" presStyleCnt="3">
        <dgm:presLayoutVars>
          <dgm:chPref val="3"/>
        </dgm:presLayoutVars>
      </dgm:prSet>
      <dgm:spPr/>
    </dgm:pt>
    <dgm:pt modelId="{8C0F8FCB-33CD-4875-A6A2-A1AE2FD16723}" type="pres">
      <dgm:prSet presAssocID="{A299EF6D-97A1-42C4-BE8D-6B6E4E701000}" presName="hierChild2" presStyleCnt="0"/>
      <dgm:spPr/>
    </dgm:pt>
    <dgm:pt modelId="{D50036C1-3FA4-4EDA-ACAD-425DBE69A059}" type="pres">
      <dgm:prSet presAssocID="{15915602-7C3B-4776-A71C-B39558C25B9F}" presName="hierRoot1" presStyleCnt="0"/>
      <dgm:spPr/>
    </dgm:pt>
    <dgm:pt modelId="{0EF2E60C-99D8-493A-BA72-91CC30FC494C}" type="pres">
      <dgm:prSet presAssocID="{15915602-7C3B-4776-A71C-B39558C25B9F}" presName="composite" presStyleCnt="0"/>
      <dgm:spPr/>
    </dgm:pt>
    <dgm:pt modelId="{C932D0A7-47E5-4D7C-B1D6-8D6D4913CF66}" type="pres">
      <dgm:prSet presAssocID="{15915602-7C3B-4776-A71C-B39558C25B9F}" presName="background" presStyleLbl="node0" presStyleIdx="1" presStyleCnt="3"/>
      <dgm:spPr/>
    </dgm:pt>
    <dgm:pt modelId="{FC7E00B0-7EAF-4B92-A250-B57F60ED9D4C}" type="pres">
      <dgm:prSet presAssocID="{15915602-7C3B-4776-A71C-B39558C25B9F}" presName="text" presStyleLbl="fgAcc0" presStyleIdx="1" presStyleCnt="3">
        <dgm:presLayoutVars>
          <dgm:chPref val="3"/>
        </dgm:presLayoutVars>
      </dgm:prSet>
      <dgm:spPr/>
    </dgm:pt>
    <dgm:pt modelId="{8FEC8FF2-5D56-477E-AC5F-2B05E9303D93}" type="pres">
      <dgm:prSet presAssocID="{15915602-7C3B-4776-A71C-B39558C25B9F}" presName="hierChild2" presStyleCnt="0"/>
      <dgm:spPr/>
    </dgm:pt>
    <dgm:pt modelId="{B7A6EF04-0C19-4D06-A693-E7BA49850613}" type="pres">
      <dgm:prSet presAssocID="{675FE310-724E-4F2E-85EB-5464B95D9FC8}" presName="hierRoot1" presStyleCnt="0"/>
      <dgm:spPr/>
    </dgm:pt>
    <dgm:pt modelId="{05FBE5BD-7EAD-4508-8713-E9E517835194}" type="pres">
      <dgm:prSet presAssocID="{675FE310-724E-4F2E-85EB-5464B95D9FC8}" presName="composite" presStyleCnt="0"/>
      <dgm:spPr/>
    </dgm:pt>
    <dgm:pt modelId="{C11B3CEC-85CC-494E-81BC-90515A0F17C3}" type="pres">
      <dgm:prSet presAssocID="{675FE310-724E-4F2E-85EB-5464B95D9FC8}" presName="background" presStyleLbl="node0" presStyleIdx="2" presStyleCnt="3"/>
      <dgm:spPr/>
    </dgm:pt>
    <dgm:pt modelId="{8A69856C-FB32-4D70-9192-327E55643CE3}" type="pres">
      <dgm:prSet presAssocID="{675FE310-724E-4F2E-85EB-5464B95D9FC8}" presName="text" presStyleLbl="fgAcc0" presStyleIdx="2" presStyleCnt="3">
        <dgm:presLayoutVars>
          <dgm:chPref val="3"/>
        </dgm:presLayoutVars>
      </dgm:prSet>
      <dgm:spPr/>
    </dgm:pt>
    <dgm:pt modelId="{9571018B-D9DF-4E45-84A4-44F170342776}" type="pres">
      <dgm:prSet presAssocID="{675FE310-724E-4F2E-85EB-5464B95D9FC8}" presName="hierChild2" presStyleCnt="0"/>
      <dgm:spPr/>
    </dgm:pt>
  </dgm:ptLst>
  <dgm:cxnLst>
    <dgm:cxn modelId="{6B21FA09-3D64-4B83-BF2C-9210C1E09206}" type="presOf" srcId="{A299EF6D-97A1-42C4-BE8D-6B6E4E701000}" destId="{5FA0CCD1-87D9-4F8C-A7D7-A48A2D9151F0}" srcOrd="0" destOrd="0" presId="urn:microsoft.com/office/officeart/2005/8/layout/hierarchy1"/>
    <dgm:cxn modelId="{7534F51A-C87E-4128-8953-65834D93EEB2}" type="presOf" srcId="{15915602-7C3B-4776-A71C-B39558C25B9F}" destId="{FC7E00B0-7EAF-4B92-A250-B57F60ED9D4C}" srcOrd="0" destOrd="0" presId="urn:microsoft.com/office/officeart/2005/8/layout/hierarchy1"/>
    <dgm:cxn modelId="{6907542A-0BD3-404B-8727-1E5F4693050F}" type="presOf" srcId="{675FE310-724E-4F2E-85EB-5464B95D9FC8}" destId="{8A69856C-FB32-4D70-9192-327E55643CE3}" srcOrd="0" destOrd="0" presId="urn:microsoft.com/office/officeart/2005/8/layout/hierarchy1"/>
    <dgm:cxn modelId="{AF4EA63A-4D47-42B0-8428-DE4C4B5AF732}" type="presOf" srcId="{1C0C2E1D-B67B-49E7-94A8-77C09543D1E2}" destId="{C85D355F-799C-4177-8135-F09F63CC7DDA}" srcOrd="0" destOrd="0" presId="urn:microsoft.com/office/officeart/2005/8/layout/hierarchy1"/>
    <dgm:cxn modelId="{3E9B3148-C91D-4A49-9D5F-BE91DDDB984B}" srcId="{1C0C2E1D-B67B-49E7-94A8-77C09543D1E2}" destId="{675FE310-724E-4F2E-85EB-5464B95D9FC8}" srcOrd="2" destOrd="0" parTransId="{C034372A-DBD7-4F62-B7B4-02509D5AD552}" sibTransId="{C13D6C37-45F9-435E-97A6-01ED71D7EE2E}"/>
    <dgm:cxn modelId="{5E3B6649-1E17-4D0E-8539-FF14B03A5067}" srcId="{1C0C2E1D-B67B-49E7-94A8-77C09543D1E2}" destId="{15915602-7C3B-4776-A71C-B39558C25B9F}" srcOrd="1" destOrd="0" parTransId="{68904F33-A13C-4AF2-802D-4229F6786DDB}" sibTransId="{EB6944FC-24F2-486E-85BE-3E5B7A0FDCE0}"/>
    <dgm:cxn modelId="{908A2CF2-FAD6-4C46-B027-1CEF6AE720CE}" srcId="{1C0C2E1D-B67B-49E7-94A8-77C09543D1E2}" destId="{A299EF6D-97A1-42C4-BE8D-6B6E4E701000}" srcOrd="0" destOrd="0" parTransId="{BE09B507-A488-4B48-BACF-EDAC5C44456E}" sibTransId="{D1EB000A-E36B-441E-BEB4-9BE61CB80B87}"/>
    <dgm:cxn modelId="{2D408E9C-B48F-4451-ABEF-F19AD2DD6BD0}" type="presParOf" srcId="{C85D355F-799C-4177-8135-F09F63CC7DDA}" destId="{55014299-81EE-486F-B1DE-86D5C8F7178D}" srcOrd="0" destOrd="0" presId="urn:microsoft.com/office/officeart/2005/8/layout/hierarchy1"/>
    <dgm:cxn modelId="{F4638C24-F838-480E-8B44-BA1765871947}" type="presParOf" srcId="{55014299-81EE-486F-B1DE-86D5C8F7178D}" destId="{6A0B0114-1FEA-4FC9-AFAA-4E74BB3241F2}" srcOrd="0" destOrd="0" presId="urn:microsoft.com/office/officeart/2005/8/layout/hierarchy1"/>
    <dgm:cxn modelId="{9A10E3BC-7A46-4569-97ED-C45974C9A653}" type="presParOf" srcId="{6A0B0114-1FEA-4FC9-AFAA-4E74BB3241F2}" destId="{0F1FDD17-6C45-4B5B-9CB0-2DEA605543CA}" srcOrd="0" destOrd="0" presId="urn:microsoft.com/office/officeart/2005/8/layout/hierarchy1"/>
    <dgm:cxn modelId="{561C5316-57B9-4E3C-B330-EF8D9A269B68}" type="presParOf" srcId="{6A0B0114-1FEA-4FC9-AFAA-4E74BB3241F2}" destId="{5FA0CCD1-87D9-4F8C-A7D7-A48A2D9151F0}" srcOrd="1" destOrd="0" presId="urn:microsoft.com/office/officeart/2005/8/layout/hierarchy1"/>
    <dgm:cxn modelId="{562C2D58-F1AC-4AB2-82A1-A1F05A35B388}" type="presParOf" srcId="{55014299-81EE-486F-B1DE-86D5C8F7178D}" destId="{8C0F8FCB-33CD-4875-A6A2-A1AE2FD16723}" srcOrd="1" destOrd="0" presId="urn:microsoft.com/office/officeart/2005/8/layout/hierarchy1"/>
    <dgm:cxn modelId="{40303001-6F48-4350-80A3-E12759B8AA6E}" type="presParOf" srcId="{C85D355F-799C-4177-8135-F09F63CC7DDA}" destId="{D50036C1-3FA4-4EDA-ACAD-425DBE69A059}" srcOrd="1" destOrd="0" presId="urn:microsoft.com/office/officeart/2005/8/layout/hierarchy1"/>
    <dgm:cxn modelId="{5ACFACFA-61FA-4352-9824-915188D17B48}" type="presParOf" srcId="{D50036C1-3FA4-4EDA-ACAD-425DBE69A059}" destId="{0EF2E60C-99D8-493A-BA72-91CC30FC494C}" srcOrd="0" destOrd="0" presId="urn:microsoft.com/office/officeart/2005/8/layout/hierarchy1"/>
    <dgm:cxn modelId="{19687A4A-6C11-4B4A-A057-3E2E591B9045}" type="presParOf" srcId="{0EF2E60C-99D8-493A-BA72-91CC30FC494C}" destId="{C932D0A7-47E5-4D7C-B1D6-8D6D4913CF66}" srcOrd="0" destOrd="0" presId="urn:microsoft.com/office/officeart/2005/8/layout/hierarchy1"/>
    <dgm:cxn modelId="{0CC8F0EE-9414-44B5-BE17-61B0426A1A7E}" type="presParOf" srcId="{0EF2E60C-99D8-493A-BA72-91CC30FC494C}" destId="{FC7E00B0-7EAF-4B92-A250-B57F60ED9D4C}" srcOrd="1" destOrd="0" presId="urn:microsoft.com/office/officeart/2005/8/layout/hierarchy1"/>
    <dgm:cxn modelId="{1466D674-666B-48D2-9EC0-FDEBD31137D4}" type="presParOf" srcId="{D50036C1-3FA4-4EDA-ACAD-425DBE69A059}" destId="{8FEC8FF2-5D56-477E-AC5F-2B05E9303D93}" srcOrd="1" destOrd="0" presId="urn:microsoft.com/office/officeart/2005/8/layout/hierarchy1"/>
    <dgm:cxn modelId="{309B8CE2-6C0A-4BD3-8D67-BE483416DBAC}" type="presParOf" srcId="{C85D355F-799C-4177-8135-F09F63CC7DDA}" destId="{B7A6EF04-0C19-4D06-A693-E7BA49850613}" srcOrd="2" destOrd="0" presId="urn:microsoft.com/office/officeart/2005/8/layout/hierarchy1"/>
    <dgm:cxn modelId="{23B43D31-2814-47E4-87A8-76ABDD9BAD43}" type="presParOf" srcId="{B7A6EF04-0C19-4D06-A693-E7BA49850613}" destId="{05FBE5BD-7EAD-4508-8713-E9E517835194}" srcOrd="0" destOrd="0" presId="urn:microsoft.com/office/officeart/2005/8/layout/hierarchy1"/>
    <dgm:cxn modelId="{63532CD4-03AB-4785-91E7-1FAF60F663CD}" type="presParOf" srcId="{05FBE5BD-7EAD-4508-8713-E9E517835194}" destId="{C11B3CEC-85CC-494E-81BC-90515A0F17C3}" srcOrd="0" destOrd="0" presId="urn:microsoft.com/office/officeart/2005/8/layout/hierarchy1"/>
    <dgm:cxn modelId="{D45B560A-6EFE-4DE2-90D4-50ED1CC98FC1}" type="presParOf" srcId="{05FBE5BD-7EAD-4508-8713-E9E517835194}" destId="{8A69856C-FB32-4D70-9192-327E55643CE3}" srcOrd="1" destOrd="0" presId="urn:microsoft.com/office/officeart/2005/8/layout/hierarchy1"/>
    <dgm:cxn modelId="{49DAAA8F-6BFF-45CF-B859-5EF7B7C6DC1A}" type="presParOf" srcId="{B7A6EF04-0C19-4D06-A693-E7BA49850613}" destId="{9571018B-D9DF-4E45-84A4-44F17034277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6A9A3A-ABFC-413E-BA40-D329F7A385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E0D1E4-9F44-4ACD-BD07-2E2CF567EEE5}">
      <dgm:prSet/>
      <dgm:spPr/>
      <dgm:t>
        <a:bodyPr/>
        <a:lstStyle/>
        <a:p>
          <a:r>
            <a:rPr lang="en-AU" b="1" dirty="0"/>
            <a:t>Diesel &amp; Petrol</a:t>
          </a:r>
          <a:r>
            <a:rPr lang="en-AU" dirty="0"/>
            <a:t>: Most cars are diesel or petrol. Petrol cars show more variability, with some very high prices.</a:t>
          </a:r>
          <a:endParaRPr lang="en-US" dirty="0"/>
        </a:p>
      </dgm:t>
    </dgm:pt>
    <dgm:pt modelId="{C4DE7EDD-5D64-4CB4-928C-4DD53260D59B}" type="parTrans" cxnId="{44ABA7B1-CCB2-464A-AA01-8333E64EDCC3}">
      <dgm:prSet/>
      <dgm:spPr/>
      <dgm:t>
        <a:bodyPr/>
        <a:lstStyle/>
        <a:p>
          <a:endParaRPr lang="en-US"/>
        </a:p>
      </dgm:t>
    </dgm:pt>
    <dgm:pt modelId="{6EDC722D-2E06-4F65-837D-0247EB79A4AE}" type="sibTrans" cxnId="{44ABA7B1-CCB2-464A-AA01-8333E64EDCC3}">
      <dgm:prSet/>
      <dgm:spPr/>
      <dgm:t>
        <a:bodyPr/>
        <a:lstStyle/>
        <a:p>
          <a:endParaRPr lang="en-US"/>
        </a:p>
      </dgm:t>
    </dgm:pt>
    <dgm:pt modelId="{AE3F5892-E624-4DBA-8099-3190F9B1BD7A}">
      <dgm:prSet/>
      <dgm:spPr/>
      <dgm:t>
        <a:bodyPr/>
        <a:lstStyle/>
        <a:p>
          <a:r>
            <a:rPr lang="en-AU" b="1"/>
            <a:t>Hybrid Vehicles</a:t>
          </a:r>
          <a:r>
            <a:rPr lang="en-AU"/>
            <a:t>: Higher median selling prices, indicating a premium value.</a:t>
          </a:r>
          <a:endParaRPr lang="en-US"/>
        </a:p>
      </dgm:t>
    </dgm:pt>
    <dgm:pt modelId="{C2943315-4E89-407E-9D7D-6C601F3FEBA2}" type="parTrans" cxnId="{D040A055-4F1F-42EE-870F-A69DD8C2A064}">
      <dgm:prSet/>
      <dgm:spPr/>
      <dgm:t>
        <a:bodyPr/>
        <a:lstStyle/>
        <a:p>
          <a:endParaRPr lang="en-US"/>
        </a:p>
      </dgm:t>
    </dgm:pt>
    <dgm:pt modelId="{BA46F835-315D-4D6D-8F50-902EBC6FD59B}" type="sibTrans" cxnId="{D040A055-4F1F-42EE-870F-A69DD8C2A064}">
      <dgm:prSet/>
      <dgm:spPr/>
      <dgm:t>
        <a:bodyPr/>
        <a:lstStyle/>
        <a:p>
          <a:endParaRPr lang="en-US"/>
        </a:p>
      </dgm:t>
    </dgm:pt>
    <dgm:pt modelId="{A3F55ACA-5016-4F14-A0C6-5DAE6272557F}">
      <dgm:prSet/>
      <dgm:spPr/>
      <dgm:t>
        <a:bodyPr/>
        <a:lstStyle/>
        <a:p>
          <a:r>
            <a:rPr lang="en-AU" b="1"/>
            <a:t>Other Fuel Types</a:t>
          </a:r>
          <a:r>
            <a:rPr lang="en-AU"/>
            <a:t>: CNG, LPG, and electric vehicles have lower and more consistent prices.</a:t>
          </a:r>
          <a:endParaRPr lang="en-US"/>
        </a:p>
      </dgm:t>
    </dgm:pt>
    <dgm:pt modelId="{279C86DE-D849-470D-A4E6-600134208AAD}" type="parTrans" cxnId="{0CFFA9C3-24AB-41B5-A2B2-DD5C3D577970}">
      <dgm:prSet/>
      <dgm:spPr/>
      <dgm:t>
        <a:bodyPr/>
        <a:lstStyle/>
        <a:p>
          <a:endParaRPr lang="en-US"/>
        </a:p>
      </dgm:t>
    </dgm:pt>
    <dgm:pt modelId="{4B1559BA-CEBD-4D0B-ABBB-3DCF08ADEEEE}" type="sibTrans" cxnId="{0CFFA9C3-24AB-41B5-A2B2-DD5C3D577970}">
      <dgm:prSet/>
      <dgm:spPr/>
      <dgm:t>
        <a:bodyPr/>
        <a:lstStyle/>
        <a:p>
          <a:endParaRPr lang="en-US"/>
        </a:p>
      </dgm:t>
    </dgm:pt>
    <dgm:pt modelId="{1E911C2E-F411-47C3-B986-2C35ED2C0DEB}">
      <dgm:prSet/>
      <dgm:spPr/>
      <dgm:t>
        <a:bodyPr/>
        <a:lstStyle/>
        <a:p>
          <a:r>
            <a:rPr lang="en-AU" b="1" dirty="0"/>
            <a:t>Business Insight </a:t>
          </a:r>
          <a:r>
            <a:rPr lang="en-AU" b="1" dirty="0">
              <a:sym typeface="Wingdings" panose="05000000000000000000" pitchFamily="2" charset="2"/>
            </a:rPr>
            <a:t></a:t>
          </a:r>
          <a:endParaRPr lang="en-US" dirty="0"/>
        </a:p>
      </dgm:t>
    </dgm:pt>
    <dgm:pt modelId="{4F6B40DF-DF04-4CFB-9224-CD035444A018}" type="parTrans" cxnId="{466FE82E-409E-47DA-902C-5619A63D2A2A}">
      <dgm:prSet/>
      <dgm:spPr/>
      <dgm:t>
        <a:bodyPr/>
        <a:lstStyle/>
        <a:p>
          <a:endParaRPr lang="en-US"/>
        </a:p>
      </dgm:t>
    </dgm:pt>
    <dgm:pt modelId="{3EBA15E4-AE24-402F-8B77-8C2EB53BCBB2}" type="sibTrans" cxnId="{466FE82E-409E-47DA-902C-5619A63D2A2A}">
      <dgm:prSet/>
      <dgm:spPr/>
      <dgm:t>
        <a:bodyPr/>
        <a:lstStyle/>
        <a:p>
          <a:endParaRPr lang="en-US"/>
        </a:p>
      </dgm:t>
    </dgm:pt>
    <dgm:pt modelId="{87D8D7D9-4BFE-4442-9C0C-BF9E5F525A6C}">
      <dgm:prSet/>
      <dgm:spPr/>
      <dgm:t>
        <a:bodyPr/>
        <a:lstStyle/>
        <a:p>
          <a:r>
            <a:rPr lang="en-AU" b="1"/>
            <a:t>Focus on Hybrids</a:t>
          </a:r>
          <a:r>
            <a:rPr lang="en-AU"/>
            <a:t>: High resale potential.</a:t>
          </a:r>
          <a:endParaRPr lang="en-US"/>
        </a:p>
      </dgm:t>
    </dgm:pt>
    <dgm:pt modelId="{24EA49E4-860F-4BC9-8B08-A21C6BDE3A42}" type="parTrans" cxnId="{9F05594B-70D1-49F7-B7B4-74A8B900A85E}">
      <dgm:prSet/>
      <dgm:spPr/>
      <dgm:t>
        <a:bodyPr/>
        <a:lstStyle/>
        <a:p>
          <a:endParaRPr lang="en-US"/>
        </a:p>
      </dgm:t>
    </dgm:pt>
    <dgm:pt modelId="{4A9F85C9-4533-4CDF-A267-A26862A60159}" type="sibTrans" cxnId="{9F05594B-70D1-49F7-B7B4-74A8B900A85E}">
      <dgm:prSet/>
      <dgm:spPr/>
      <dgm:t>
        <a:bodyPr/>
        <a:lstStyle/>
        <a:p>
          <a:endParaRPr lang="en-US"/>
        </a:p>
      </dgm:t>
    </dgm:pt>
    <dgm:pt modelId="{AA720B16-C0DE-4674-981D-55B2CECFDF82}">
      <dgm:prSet/>
      <dgm:spPr/>
      <dgm:t>
        <a:bodyPr/>
        <a:lstStyle/>
        <a:p>
          <a:r>
            <a:rPr lang="en-AU" b="1"/>
            <a:t>Market Strategy</a:t>
          </a:r>
          <a:r>
            <a:rPr lang="en-AU"/>
            <a:t>: Consider affordability factors for CNG and electric vehicles.</a:t>
          </a:r>
          <a:endParaRPr lang="en-US"/>
        </a:p>
      </dgm:t>
    </dgm:pt>
    <dgm:pt modelId="{3BC1F507-B2B2-4CCE-8A6C-72C08F1567E8}" type="parTrans" cxnId="{57C7EB69-C05A-4988-95D7-6FF988DF864D}">
      <dgm:prSet/>
      <dgm:spPr/>
      <dgm:t>
        <a:bodyPr/>
        <a:lstStyle/>
        <a:p>
          <a:endParaRPr lang="en-US"/>
        </a:p>
      </dgm:t>
    </dgm:pt>
    <dgm:pt modelId="{A1178FEF-ED3B-48B6-A4F4-C7D9854721AE}" type="sibTrans" cxnId="{57C7EB69-C05A-4988-95D7-6FF988DF864D}">
      <dgm:prSet/>
      <dgm:spPr/>
      <dgm:t>
        <a:bodyPr/>
        <a:lstStyle/>
        <a:p>
          <a:endParaRPr lang="en-US"/>
        </a:p>
      </dgm:t>
    </dgm:pt>
    <dgm:pt modelId="{32336229-E1AF-4E4B-AD5E-FD79CFCECB14}" type="pres">
      <dgm:prSet presAssocID="{E26A9A3A-ABFC-413E-BA40-D329F7A38537}" presName="diagram" presStyleCnt="0">
        <dgm:presLayoutVars>
          <dgm:dir/>
          <dgm:resizeHandles val="exact"/>
        </dgm:presLayoutVars>
      </dgm:prSet>
      <dgm:spPr/>
    </dgm:pt>
    <dgm:pt modelId="{F0B4E079-D872-4CFD-9A96-CF031AD7DD2E}" type="pres">
      <dgm:prSet presAssocID="{4BE0D1E4-9F44-4ACD-BD07-2E2CF567EEE5}" presName="node" presStyleLbl="node1" presStyleIdx="0" presStyleCnt="6">
        <dgm:presLayoutVars>
          <dgm:bulletEnabled val="1"/>
        </dgm:presLayoutVars>
      </dgm:prSet>
      <dgm:spPr/>
    </dgm:pt>
    <dgm:pt modelId="{B84EAB75-C6E6-47B7-8AF8-2A2686EF3B87}" type="pres">
      <dgm:prSet presAssocID="{6EDC722D-2E06-4F65-837D-0247EB79A4AE}" presName="sibTrans" presStyleCnt="0"/>
      <dgm:spPr/>
    </dgm:pt>
    <dgm:pt modelId="{34011039-7950-407C-9BCF-F166EE4F9054}" type="pres">
      <dgm:prSet presAssocID="{AE3F5892-E624-4DBA-8099-3190F9B1BD7A}" presName="node" presStyleLbl="node1" presStyleIdx="1" presStyleCnt="6">
        <dgm:presLayoutVars>
          <dgm:bulletEnabled val="1"/>
        </dgm:presLayoutVars>
      </dgm:prSet>
      <dgm:spPr/>
    </dgm:pt>
    <dgm:pt modelId="{E79EB155-9D4B-4995-874D-365169E77BA3}" type="pres">
      <dgm:prSet presAssocID="{BA46F835-315D-4D6D-8F50-902EBC6FD59B}" presName="sibTrans" presStyleCnt="0"/>
      <dgm:spPr/>
    </dgm:pt>
    <dgm:pt modelId="{2A406701-4687-4B43-895B-C43C55970470}" type="pres">
      <dgm:prSet presAssocID="{A3F55ACA-5016-4F14-A0C6-5DAE6272557F}" presName="node" presStyleLbl="node1" presStyleIdx="2" presStyleCnt="6">
        <dgm:presLayoutVars>
          <dgm:bulletEnabled val="1"/>
        </dgm:presLayoutVars>
      </dgm:prSet>
      <dgm:spPr/>
    </dgm:pt>
    <dgm:pt modelId="{4DF38915-B227-4964-8FFE-FCEBA6BC991A}" type="pres">
      <dgm:prSet presAssocID="{4B1559BA-CEBD-4D0B-ABBB-3DCF08ADEEEE}" presName="sibTrans" presStyleCnt="0"/>
      <dgm:spPr/>
    </dgm:pt>
    <dgm:pt modelId="{92C98CAB-872D-4F6B-9F2A-E7A1DC956B15}" type="pres">
      <dgm:prSet presAssocID="{1E911C2E-F411-47C3-B986-2C35ED2C0DEB}" presName="node" presStyleLbl="node1" presStyleIdx="3" presStyleCnt="6">
        <dgm:presLayoutVars>
          <dgm:bulletEnabled val="1"/>
        </dgm:presLayoutVars>
      </dgm:prSet>
      <dgm:spPr/>
    </dgm:pt>
    <dgm:pt modelId="{68C7E323-ACA4-4531-B5A8-1F0DE9B95FCB}" type="pres">
      <dgm:prSet presAssocID="{3EBA15E4-AE24-402F-8B77-8C2EB53BCBB2}" presName="sibTrans" presStyleCnt="0"/>
      <dgm:spPr/>
    </dgm:pt>
    <dgm:pt modelId="{D2561EF3-2B32-46E1-AB83-3BA3BFBC3CE3}" type="pres">
      <dgm:prSet presAssocID="{87D8D7D9-4BFE-4442-9C0C-BF9E5F525A6C}" presName="node" presStyleLbl="node1" presStyleIdx="4" presStyleCnt="6">
        <dgm:presLayoutVars>
          <dgm:bulletEnabled val="1"/>
        </dgm:presLayoutVars>
      </dgm:prSet>
      <dgm:spPr/>
    </dgm:pt>
    <dgm:pt modelId="{6B744B57-66B2-4176-9F98-88CEE19E7670}" type="pres">
      <dgm:prSet presAssocID="{4A9F85C9-4533-4CDF-A267-A26862A60159}" presName="sibTrans" presStyleCnt="0"/>
      <dgm:spPr/>
    </dgm:pt>
    <dgm:pt modelId="{6EEA131B-EF7D-4529-9EE1-5D4583858BF2}" type="pres">
      <dgm:prSet presAssocID="{AA720B16-C0DE-4674-981D-55B2CECFDF82}" presName="node" presStyleLbl="node1" presStyleIdx="5" presStyleCnt="6">
        <dgm:presLayoutVars>
          <dgm:bulletEnabled val="1"/>
        </dgm:presLayoutVars>
      </dgm:prSet>
      <dgm:spPr/>
    </dgm:pt>
  </dgm:ptLst>
  <dgm:cxnLst>
    <dgm:cxn modelId="{466FE82E-409E-47DA-902C-5619A63D2A2A}" srcId="{E26A9A3A-ABFC-413E-BA40-D329F7A38537}" destId="{1E911C2E-F411-47C3-B986-2C35ED2C0DEB}" srcOrd="3" destOrd="0" parTransId="{4F6B40DF-DF04-4CFB-9224-CD035444A018}" sibTransId="{3EBA15E4-AE24-402F-8B77-8C2EB53BCBB2}"/>
    <dgm:cxn modelId="{FA2E823D-6A1E-415F-BF18-9DFBB584CF3A}" type="presOf" srcId="{AA720B16-C0DE-4674-981D-55B2CECFDF82}" destId="{6EEA131B-EF7D-4529-9EE1-5D4583858BF2}" srcOrd="0" destOrd="0" presId="urn:microsoft.com/office/officeart/2005/8/layout/default"/>
    <dgm:cxn modelId="{FD620444-4D2B-4A94-B729-585D2A407900}" type="presOf" srcId="{AE3F5892-E624-4DBA-8099-3190F9B1BD7A}" destId="{34011039-7950-407C-9BCF-F166EE4F9054}" srcOrd="0" destOrd="0" presId="urn:microsoft.com/office/officeart/2005/8/layout/default"/>
    <dgm:cxn modelId="{E1C93C65-3BED-4D42-9397-19DE3D88D473}" type="presOf" srcId="{4BE0D1E4-9F44-4ACD-BD07-2E2CF567EEE5}" destId="{F0B4E079-D872-4CFD-9A96-CF031AD7DD2E}" srcOrd="0" destOrd="0" presId="urn:microsoft.com/office/officeart/2005/8/layout/default"/>
    <dgm:cxn modelId="{57C7EB69-C05A-4988-95D7-6FF988DF864D}" srcId="{E26A9A3A-ABFC-413E-BA40-D329F7A38537}" destId="{AA720B16-C0DE-4674-981D-55B2CECFDF82}" srcOrd="5" destOrd="0" parTransId="{3BC1F507-B2B2-4CCE-8A6C-72C08F1567E8}" sibTransId="{A1178FEF-ED3B-48B6-A4F4-C7D9854721AE}"/>
    <dgm:cxn modelId="{9F05594B-70D1-49F7-B7B4-74A8B900A85E}" srcId="{E26A9A3A-ABFC-413E-BA40-D329F7A38537}" destId="{87D8D7D9-4BFE-4442-9C0C-BF9E5F525A6C}" srcOrd="4" destOrd="0" parTransId="{24EA49E4-860F-4BC9-8B08-A21C6BDE3A42}" sibTransId="{4A9F85C9-4533-4CDF-A267-A26862A60159}"/>
    <dgm:cxn modelId="{F94D226F-5617-47AC-94EE-93FC6E4A9219}" type="presOf" srcId="{1E911C2E-F411-47C3-B986-2C35ED2C0DEB}" destId="{92C98CAB-872D-4F6B-9F2A-E7A1DC956B15}" srcOrd="0" destOrd="0" presId="urn:microsoft.com/office/officeart/2005/8/layout/default"/>
    <dgm:cxn modelId="{6167E950-18A5-4DFD-A8CA-675E1C6C524D}" type="presOf" srcId="{A3F55ACA-5016-4F14-A0C6-5DAE6272557F}" destId="{2A406701-4687-4B43-895B-C43C55970470}" srcOrd="0" destOrd="0" presId="urn:microsoft.com/office/officeart/2005/8/layout/default"/>
    <dgm:cxn modelId="{BA51FB74-EFC8-4BFF-B328-402E787C026F}" type="presOf" srcId="{E26A9A3A-ABFC-413E-BA40-D329F7A38537}" destId="{32336229-E1AF-4E4B-AD5E-FD79CFCECB14}" srcOrd="0" destOrd="0" presId="urn:microsoft.com/office/officeart/2005/8/layout/default"/>
    <dgm:cxn modelId="{D040A055-4F1F-42EE-870F-A69DD8C2A064}" srcId="{E26A9A3A-ABFC-413E-BA40-D329F7A38537}" destId="{AE3F5892-E624-4DBA-8099-3190F9B1BD7A}" srcOrd="1" destOrd="0" parTransId="{C2943315-4E89-407E-9D7D-6C601F3FEBA2}" sibTransId="{BA46F835-315D-4D6D-8F50-902EBC6FD59B}"/>
    <dgm:cxn modelId="{5CDE2389-56F9-4235-89FF-38594FB0F63F}" type="presOf" srcId="{87D8D7D9-4BFE-4442-9C0C-BF9E5F525A6C}" destId="{D2561EF3-2B32-46E1-AB83-3BA3BFBC3CE3}" srcOrd="0" destOrd="0" presId="urn:microsoft.com/office/officeart/2005/8/layout/default"/>
    <dgm:cxn modelId="{44ABA7B1-CCB2-464A-AA01-8333E64EDCC3}" srcId="{E26A9A3A-ABFC-413E-BA40-D329F7A38537}" destId="{4BE0D1E4-9F44-4ACD-BD07-2E2CF567EEE5}" srcOrd="0" destOrd="0" parTransId="{C4DE7EDD-5D64-4CB4-928C-4DD53260D59B}" sibTransId="{6EDC722D-2E06-4F65-837D-0247EB79A4AE}"/>
    <dgm:cxn modelId="{0CFFA9C3-24AB-41B5-A2B2-DD5C3D577970}" srcId="{E26A9A3A-ABFC-413E-BA40-D329F7A38537}" destId="{A3F55ACA-5016-4F14-A0C6-5DAE6272557F}" srcOrd="2" destOrd="0" parTransId="{279C86DE-D849-470D-A4E6-600134208AAD}" sibTransId="{4B1559BA-CEBD-4D0B-ABBB-3DCF08ADEEEE}"/>
    <dgm:cxn modelId="{E71B88EB-ED5A-43BE-A31A-7DA6DC9127C8}" type="presParOf" srcId="{32336229-E1AF-4E4B-AD5E-FD79CFCECB14}" destId="{F0B4E079-D872-4CFD-9A96-CF031AD7DD2E}" srcOrd="0" destOrd="0" presId="urn:microsoft.com/office/officeart/2005/8/layout/default"/>
    <dgm:cxn modelId="{BB82F4C1-63B5-4419-A66E-71A54DC85440}" type="presParOf" srcId="{32336229-E1AF-4E4B-AD5E-FD79CFCECB14}" destId="{B84EAB75-C6E6-47B7-8AF8-2A2686EF3B87}" srcOrd="1" destOrd="0" presId="urn:microsoft.com/office/officeart/2005/8/layout/default"/>
    <dgm:cxn modelId="{901A0CFE-34D1-43E7-B130-840E29912049}" type="presParOf" srcId="{32336229-E1AF-4E4B-AD5E-FD79CFCECB14}" destId="{34011039-7950-407C-9BCF-F166EE4F9054}" srcOrd="2" destOrd="0" presId="urn:microsoft.com/office/officeart/2005/8/layout/default"/>
    <dgm:cxn modelId="{EB322A3F-64B9-4FE6-8FC1-3324306209F3}" type="presParOf" srcId="{32336229-E1AF-4E4B-AD5E-FD79CFCECB14}" destId="{E79EB155-9D4B-4995-874D-365169E77BA3}" srcOrd="3" destOrd="0" presId="urn:microsoft.com/office/officeart/2005/8/layout/default"/>
    <dgm:cxn modelId="{C3E53330-DD59-4DD2-9ECD-42B78DE6BBDA}" type="presParOf" srcId="{32336229-E1AF-4E4B-AD5E-FD79CFCECB14}" destId="{2A406701-4687-4B43-895B-C43C55970470}" srcOrd="4" destOrd="0" presId="urn:microsoft.com/office/officeart/2005/8/layout/default"/>
    <dgm:cxn modelId="{7EA0E86D-51D3-46AC-AD9B-BDBBC2A31723}" type="presParOf" srcId="{32336229-E1AF-4E4B-AD5E-FD79CFCECB14}" destId="{4DF38915-B227-4964-8FFE-FCEBA6BC991A}" srcOrd="5" destOrd="0" presId="urn:microsoft.com/office/officeart/2005/8/layout/default"/>
    <dgm:cxn modelId="{A9BFB4EC-A0AC-441E-B0E2-1448390CBE51}" type="presParOf" srcId="{32336229-E1AF-4E4B-AD5E-FD79CFCECB14}" destId="{92C98CAB-872D-4F6B-9F2A-E7A1DC956B15}" srcOrd="6" destOrd="0" presId="urn:microsoft.com/office/officeart/2005/8/layout/default"/>
    <dgm:cxn modelId="{489C8B12-0E69-4645-99DF-0A4A9A034663}" type="presParOf" srcId="{32336229-E1AF-4E4B-AD5E-FD79CFCECB14}" destId="{68C7E323-ACA4-4531-B5A8-1F0DE9B95FCB}" srcOrd="7" destOrd="0" presId="urn:microsoft.com/office/officeart/2005/8/layout/default"/>
    <dgm:cxn modelId="{2B85F9AB-F98C-45EB-BBA0-80EA80350819}" type="presParOf" srcId="{32336229-E1AF-4E4B-AD5E-FD79CFCECB14}" destId="{D2561EF3-2B32-46E1-AB83-3BA3BFBC3CE3}" srcOrd="8" destOrd="0" presId="urn:microsoft.com/office/officeart/2005/8/layout/default"/>
    <dgm:cxn modelId="{BFD5C975-967F-41CF-8CD9-0E755272933C}" type="presParOf" srcId="{32336229-E1AF-4E4B-AD5E-FD79CFCECB14}" destId="{6B744B57-66B2-4176-9F98-88CEE19E7670}" srcOrd="9" destOrd="0" presId="urn:microsoft.com/office/officeart/2005/8/layout/default"/>
    <dgm:cxn modelId="{C4DDBAD0-179F-488B-8709-7423D855A44D}" type="presParOf" srcId="{32336229-E1AF-4E4B-AD5E-FD79CFCECB14}" destId="{6EEA131B-EF7D-4529-9EE1-5D4583858BF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290052-4E5B-45CD-87AE-0D3DDB3362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59C3C2-352E-4A12-B7CE-8434B092D326}">
      <dgm:prSet/>
      <dgm:spPr/>
      <dgm:t>
        <a:bodyPr/>
        <a:lstStyle/>
        <a:p>
          <a:r>
            <a:rPr lang="en-GB" b="1"/>
            <a:t>Graph Explanation</a:t>
          </a:r>
          <a:r>
            <a:rPr lang="en-GB"/>
            <a:t>:</a:t>
          </a:r>
          <a:endParaRPr lang="en-US"/>
        </a:p>
      </dgm:t>
    </dgm:pt>
    <dgm:pt modelId="{BBC8E37D-5CD3-412F-B0F9-ACD321495440}" type="parTrans" cxnId="{71C7B060-81A2-473F-B01C-6BE2DC722A74}">
      <dgm:prSet/>
      <dgm:spPr/>
      <dgm:t>
        <a:bodyPr/>
        <a:lstStyle/>
        <a:p>
          <a:endParaRPr lang="en-US"/>
        </a:p>
      </dgm:t>
    </dgm:pt>
    <dgm:pt modelId="{226D6952-45D3-49CB-AD14-09074119C52E}" type="sibTrans" cxnId="{71C7B060-81A2-473F-B01C-6BE2DC722A74}">
      <dgm:prSet/>
      <dgm:spPr/>
      <dgm:t>
        <a:bodyPr/>
        <a:lstStyle/>
        <a:p>
          <a:endParaRPr lang="en-US"/>
        </a:p>
      </dgm:t>
    </dgm:pt>
    <dgm:pt modelId="{1EE9CBD1-F83C-4691-8EF3-7C8E4ABFFABD}">
      <dgm:prSet/>
      <dgm:spPr/>
      <dgm:t>
        <a:bodyPr/>
        <a:lstStyle/>
        <a:p>
          <a:r>
            <a:rPr lang="en-GB" b="1"/>
            <a:t>Automatic vs. Manual</a:t>
          </a:r>
          <a:r>
            <a:rPr lang="en-GB"/>
            <a:t>: Automatic cars have a much higher total selling price compared to manual cars.</a:t>
          </a:r>
          <a:endParaRPr lang="en-US"/>
        </a:p>
      </dgm:t>
    </dgm:pt>
    <dgm:pt modelId="{3B715427-D352-4996-82F0-838150963922}" type="parTrans" cxnId="{56BB785A-B143-4377-9372-D15960723639}">
      <dgm:prSet/>
      <dgm:spPr/>
      <dgm:t>
        <a:bodyPr/>
        <a:lstStyle/>
        <a:p>
          <a:endParaRPr lang="en-US"/>
        </a:p>
      </dgm:t>
    </dgm:pt>
    <dgm:pt modelId="{EA6823EF-4CC0-4A9D-AFB9-69093A25CDF1}" type="sibTrans" cxnId="{56BB785A-B143-4377-9372-D15960723639}">
      <dgm:prSet/>
      <dgm:spPr/>
      <dgm:t>
        <a:bodyPr/>
        <a:lstStyle/>
        <a:p>
          <a:endParaRPr lang="en-US"/>
        </a:p>
      </dgm:t>
    </dgm:pt>
    <dgm:pt modelId="{A13489BB-4A04-446F-8A7F-8724668DB49F}">
      <dgm:prSet/>
      <dgm:spPr/>
      <dgm:t>
        <a:bodyPr/>
        <a:lstStyle/>
        <a:p>
          <a:r>
            <a:rPr lang="en-GB" b="1"/>
            <a:t>Key Insight</a:t>
          </a:r>
          <a:r>
            <a:rPr lang="en-GB"/>
            <a:t>: This suggests a stronger market demand or higher value associated with automatic transmission vehicles.</a:t>
          </a:r>
          <a:endParaRPr lang="en-US"/>
        </a:p>
      </dgm:t>
    </dgm:pt>
    <dgm:pt modelId="{B1044F54-5015-40B8-9A56-4F24D279F7BF}" type="parTrans" cxnId="{07667110-2E50-4BFA-A891-5A2E4A08CFCE}">
      <dgm:prSet/>
      <dgm:spPr/>
      <dgm:t>
        <a:bodyPr/>
        <a:lstStyle/>
        <a:p>
          <a:endParaRPr lang="en-US"/>
        </a:p>
      </dgm:t>
    </dgm:pt>
    <dgm:pt modelId="{85C75703-B7AC-4207-B7B9-AC9BB853F23A}" type="sibTrans" cxnId="{07667110-2E50-4BFA-A891-5A2E4A08CFCE}">
      <dgm:prSet/>
      <dgm:spPr/>
      <dgm:t>
        <a:bodyPr/>
        <a:lstStyle/>
        <a:p>
          <a:endParaRPr lang="en-US"/>
        </a:p>
      </dgm:t>
    </dgm:pt>
    <dgm:pt modelId="{9226A681-20EE-4801-AC4D-5A656621D135}">
      <dgm:prSet/>
      <dgm:spPr/>
      <dgm:t>
        <a:bodyPr/>
        <a:lstStyle/>
        <a:p>
          <a:r>
            <a:rPr lang="en-GB" b="1"/>
            <a:t>Business Insight</a:t>
          </a:r>
          <a:r>
            <a:rPr lang="en-GB"/>
            <a:t>:</a:t>
          </a:r>
          <a:endParaRPr lang="en-US"/>
        </a:p>
      </dgm:t>
    </dgm:pt>
    <dgm:pt modelId="{7B31A9FF-C859-497E-8DDA-B54913DA809E}" type="parTrans" cxnId="{A3F37412-89AA-4F04-8C98-55ABDB407D5E}">
      <dgm:prSet/>
      <dgm:spPr/>
      <dgm:t>
        <a:bodyPr/>
        <a:lstStyle/>
        <a:p>
          <a:endParaRPr lang="en-US"/>
        </a:p>
      </dgm:t>
    </dgm:pt>
    <dgm:pt modelId="{049DDC0B-212A-40B8-87C8-F96D40B8D549}" type="sibTrans" cxnId="{A3F37412-89AA-4F04-8C98-55ABDB407D5E}">
      <dgm:prSet/>
      <dgm:spPr/>
      <dgm:t>
        <a:bodyPr/>
        <a:lstStyle/>
        <a:p>
          <a:endParaRPr lang="en-US"/>
        </a:p>
      </dgm:t>
    </dgm:pt>
    <dgm:pt modelId="{9E8EE7E5-5984-42CE-937B-F6E9503E0DF3}">
      <dgm:prSet/>
      <dgm:spPr/>
      <dgm:t>
        <a:bodyPr/>
        <a:lstStyle/>
        <a:p>
          <a:r>
            <a:rPr lang="en-GB" b="1"/>
            <a:t>Investment Strategy</a:t>
          </a:r>
          <a:r>
            <a:rPr lang="en-GB"/>
            <a:t>: Prioritize purchasing automatic cars to maximize sales revenue.</a:t>
          </a:r>
          <a:endParaRPr lang="en-US"/>
        </a:p>
      </dgm:t>
    </dgm:pt>
    <dgm:pt modelId="{0BAB4C04-FCDF-41B8-8A65-B882E5320BF7}" type="parTrans" cxnId="{A39E2571-E658-4B31-94A1-56EFF9855609}">
      <dgm:prSet/>
      <dgm:spPr/>
      <dgm:t>
        <a:bodyPr/>
        <a:lstStyle/>
        <a:p>
          <a:endParaRPr lang="en-US"/>
        </a:p>
      </dgm:t>
    </dgm:pt>
    <dgm:pt modelId="{17917880-33AC-4FAF-9F48-40D8AAD18305}" type="sibTrans" cxnId="{A39E2571-E658-4B31-94A1-56EFF9855609}">
      <dgm:prSet/>
      <dgm:spPr/>
      <dgm:t>
        <a:bodyPr/>
        <a:lstStyle/>
        <a:p>
          <a:endParaRPr lang="en-US"/>
        </a:p>
      </dgm:t>
    </dgm:pt>
    <dgm:pt modelId="{D2897BAA-7515-4B8C-94DF-CF7CB66B3570}">
      <dgm:prSet/>
      <dgm:spPr/>
      <dgm:t>
        <a:bodyPr/>
        <a:lstStyle/>
        <a:p>
          <a:r>
            <a:rPr lang="en-GB" b="1"/>
            <a:t>Market Analysis</a:t>
          </a:r>
          <a:r>
            <a:rPr lang="en-GB"/>
            <a:t>: Continue monitoring trends to adapt to changing preferences between transmission types.</a:t>
          </a:r>
          <a:endParaRPr lang="en-US"/>
        </a:p>
      </dgm:t>
    </dgm:pt>
    <dgm:pt modelId="{E67AEB2D-0800-4664-AC9A-176BD170A09A}" type="parTrans" cxnId="{C8E947AB-512E-4997-9B08-5CC2B541E37D}">
      <dgm:prSet/>
      <dgm:spPr/>
      <dgm:t>
        <a:bodyPr/>
        <a:lstStyle/>
        <a:p>
          <a:endParaRPr lang="en-US"/>
        </a:p>
      </dgm:t>
    </dgm:pt>
    <dgm:pt modelId="{D84302A5-9751-4EA6-9438-D91968D6C68D}" type="sibTrans" cxnId="{C8E947AB-512E-4997-9B08-5CC2B541E37D}">
      <dgm:prSet/>
      <dgm:spPr/>
      <dgm:t>
        <a:bodyPr/>
        <a:lstStyle/>
        <a:p>
          <a:endParaRPr lang="en-US"/>
        </a:p>
      </dgm:t>
    </dgm:pt>
    <dgm:pt modelId="{4B072E71-AE1E-408D-ADC9-78D2F9CAFBA8}" type="pres">
      <dgm:prSet presAssocID="{3D290052-4E5B-45CD-87AE-0D3DDB33624C}" presName="linear" presStyleCnt="0">
        <dgm:presLayoutVars>
          <dgm:animLvl val="lvl"/>
          <dgm:resizeHandles val="exact"/>
        </dgm:presLayoutVars>
      </dgm:prSet>
      <dgm:spPr/>
    </dgm:pt>
    <dgm:pt modelId="{ECF2F1E6-202D-4E4A-A07E-F015B91A9A64}" type="pres">
      <dgm:prSet presAssocID="{8659C3C2-352E-4A12-B7CE-8434B092D32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167643A-E836-4235-BD7D-35AA20BC6B51}" type="pres">
      <dgm:prSet presAssocID="{226D6952-45D3-49CB-AD14-09074119C52E}" presName="spacer" presStyleCnt="0"/>
      <dgm:spPr/>
    </dgm:pt>
    <dgm:pt modelId="{DE9AAE78-4014-46F4-B156-C9F38B5269B7}" type="pres">
      <dgm:prSet presAssocID="{1EE9CBD1-F83C-4691-8EF3-7C8E4ABFFAB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B4E1554-91B9-4820-852C-6FD52497E8FF}" type="pres">
      <dgm:prSet presAssocID="{EA6823EF-4CC0-4A9D-AFB9-69093A25CDF1}" presName="spacer" presStyleCnt="0"/>
      <dgm:spPr/>
    </dgm:pt>
    <dgm:pt modelId="{FAE189E5-94B0-4A26-BF38-EFC7AD3E6A6A}" type="pres">
      <dgm:prSet presAssocID="{A13489BB-4A04-446F-8A7F-8724668DB49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D226762-DD29-4176-9A54-1DC61DED6E8E}" type="pres">
      <dgm:prSet presAssocID="{85C75703-B7AC-4207-B7B9-AC9BB853F23A}" presName="spacer" presStyleCnt="0"/>
      <dgm:spPr/>
    </dgm:pt>
    <dgm:pt modelId="{A8B33D87-3706-4D43-9AF5-6DB581B7E410}" type="pres">
      <dgm:prSet presAssocID="{9226A681-20EE-4801-AC4D-5A656621D13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0A7FBCF-0742-4982-944F-057079D3D0D2}" type="pres">
      <dgm:prSet presAssocID="{049DDC0B-212A-40B8-87C8-F96D40B8D549}" presName="spacer" presStyleCnt="0"/>
      <dgm:spPr/>
    </dgm:pt>
    <dgm:pt modelId="{8BBC03F1-CFEF-48BB-918C-8D7BD1AE2C84}" type="pres">
      <dgm:prSet presAssocID="{9E8EE7E5-5984-42CE-937B-F6E9503E0DF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1645A64-8B75-4116-9932-E05EC43803A3}" type="pres">
      <dgm:prSet presAssocID="{17917880-33AC-4FAF-9F48-40D8AAD18305}" presName="spacer" presStyleCnt="0"/>
      <dgm:spPr/>
    </dgm:pt>
    <dgm:pt modelId="{A7B17743-6A46-4F2D-8FA3-F600A45EEDA7}" type="pres">
      <dgm:prSet presAssocID="{D2897BAA-7515-4B8C-94DF-CF7CB66B357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7667110-2E50-4BFA-A891-5A2E4A08CFCE}" srcId="{3D290052-4E5B-45CD-87AE-0D3DDB33624C}" destId="{A13489BB-4A04-446F-8A7F-8724668DB49F}" srcOrd="2" destOrd="0" parTransId="{B1044F54-5015-40B8-9A56-4F24D279F7BF}" sibTransId="{85C75703-B7AC-4207-B7B9-AC9BB853F23A}"/>
    <dgm:cxn modelId="{A3F37412-89AA-4F04-8C98-55ABDB407D5E}" srcId="{3D290052-4E5B-45CD-87AE-0D3DDB33624C}" destId="{9226A681-20EE-4801-AC4D-5A656621D135}" srcOrd="3" destOrd="0" parTransId="{7B31A9FF-C859-497E-8DDA-B54913DA809E}" sibTransId="{049DDC0B-212A-40B8-87C8-F96D40B8D549}"/>
    <dgm:cxn modelId="{2E64042D-C4F8-4A75-BB6B-12536FB7F6D2}" type="presOf" srcId="{1EE9CBD1-F83C-4691-8EF3-7C8E4ABFFABD}" destId="{DE9AAE78-4014-46F4-B156-C9F38B5269B7}" srcOrd="0" destOrd="0" presId="urn:microsoft.com/office/officeart/2005/8/layout/vList2"/>
    <dgm:cxn modelId="{71C7B060-81A2-473F-B01C-6BE2DC722A74}" srcId="{3D290052-4E5B-45CD-87AE-0D3DDB33624C}" destId="{8659C3C2-352E-4A12-B7CE-8434B092D326}" srcOrd="0" destOrd="0" parTransId="{BBC8E37D-5CD3-412F-B0F9-ACD321495440}" sibTransId="{226D6952-45D3-49CB-AD14-09074119C52E}"/>
    <dgm:cxn modelId="{5C579C68-5ABF-4313-B5D6-444BE588353C}" type="presOf" srcId="{3D290052-4E5B-45CD-87AE-0D3DDB33624C}" destId="{4B072E71-AE1E-408D-ADC9-78D2F9CAFBA8}" srcOrd="0" destOrd="0" presId="urn:microsoft.com/office/officeart/2005/8/layout/vList2"/>
    <dgm:cxn modelId="{DFEB0A6E-A466-4295-8A9C-208194BB99C4}" type="presOf" srcId="{A13489BB-4A04-446F-8A7F-8724668DB49F}" destId="{FAE189E5-94B0-4A26-BF38-EFC7AD3E6A6A}" srcOrd="0" destOrd="0" presId="urn:microsoft.com/office/officeart/2005/8/layout/vList2"/>
    <dgm:cxn modelId="{7D1FEF70-0E22-4EC6-B79E-2581764D4478}" type="presOf" srcId="{9E8EE7E5-5984-42CE-937B-F6E9503E0DF3}" destId="{8BBC03F1-CFEF-48BB-918C-8D7BD1AE2C84}" srcOrd="0" destOrd="0" presId="urn:microsoft.com/office/officeart/2005/8/layout/vList2"/>
    <dgm:cxn modelId="{A39E2571-E658-4B31-94A1-56EFF9855609}" srcId="{3D290052-4E5B-45CD-87AE-0D3DDB33624C}" destId="{9E8EE7E5-5984-42CE-937B-F6E9503E0DF3}" srcOrd="4" destOrd="0" parTransId="{0BAB4C04-FCDF-41B8-8A65-B882E5320BF7}" sibTransId="{17917880-33AC-4FAF-9F48-40D8AAD18305}"/>
    <dgm:cxn modelId="{BC67A875-BBD9-4CD8-A49B-081629D5E464}" type="presOf" srcId="{9226A681-20EE-4801-AC4D-5A656621D135}" destId="{A8B33D87-3706-4D43-9AF5-6DB581B7E410}" srcOrd="0" destOrd="0" presId="urn:microsoft.com/office/officeart/2005/8/layout/vList2"/>
    <dgm:cxn modelId="{56BB785A-B143-4377-9372-D15960723639}" srcId="{3D290052-4E5B-45CD-87AE-0D3DDB33624C}" destId="{1EE9CBD1-F83C-4691-8EF3-7C8E4ABFFABD}" srcOrd="1" destOrd="0" parTransId="{3B715427-D352-4996-82F0-838150963922}" sibTransId="{EA6823EF-4CC0-4A9D-AFB9-69093A25CDF1}"/>
    <dgm:cxn modelId="{C8E947AB-512E-4997-9B08-5CC2B541E37D}" srcId="{3D290052-4E5B-45CD-87AE-0D3DDB33624C}" destId="{D2897BAA-7515-4B8C-94DF-CF7CB66B3570}" srcOrd="5" destOrd="0" parTransId="{E67AEB2D-0800-4664-AC9A-176BD170A09A}" sibTransId="{D84302A5-9751-4EA6-9438-D91968D6C68D}"/>
    <dgm:cxn modelId="{3223F0B7-8847-40C1-A90D-812C36D5A51A}" type="presOf" srcId="{8659C3C2-352E-4A12-B7CE-8434B092D326}" destId="{ECF2F1E6-202D-4E4A-A07E-F015B91A9A64}" srcOrd="0" destOrd="0" presId="urn:microsoft.com/office/officeart/2005/8/layout/vList2"/>
    <dgm:cxn modelId="{D86D6EBA-22E0-48FE-8E8F-1109466A09AE}" type="presOf" srcId="{D2897BAA-7515-4B8C-94DF-CF7CB66B3570}" destId="{A7B17743-6A46-4F2D-8FA3-F600A45EEDA7}" srcOrd="0" destOrd="0" presId="urn:microsoft.com/office/officeart/2005/8/layout/vList2"/>
    <dgm:cxn modelId="{7F84690A-394D-4940-86E7-730C6F22C9A2}" type="presParOf" srcId="{4B072E71-AE1E-408D-ADC9-78D2F9CAFBA8}" destId="{ECF2F1E6-202D-4E4A-A07E-F015B91A9A64}" srcOrd="0" destOrd="0" presId="urn:microsoft.com/office/officeart/2005/8/layout/vList2"/>
    <dgm:cxn modelId="{E493262A-9EB4-42D9-AB9F-B1E51E4DF063}" type="presParOf" srcId="{4B072E71-AE1E-408D-ADC9-78D2F9CAFBA8}" destId="{3167643A-E836-4235-BD7D-35AA20BC6B51}" srcOrd="1" destOrd="0" presId="urn:microsoft.com/office/officeart/2005/8/layout/vList2"/>
    <dgm:cxn modelId="{D87B951B-206D-48EE-A4EF-D973E7527A49}" type="presParOf" srcId="{4B072E71-AE1E-408D-ADC9-78D2F9CAFBA8}" destId="{DE9AAE78-4014-46F4-B156-C9F38B5269B7}" srcOrd="2" destOrd="0" presId="urn:microsoft.com/office/officeart/2005/8/layout/vList2"/>
    <dgm:cxn modelId="{1F967C44-9D12-46D7-82C0-01F8F431446E}" type="presParOf" srcId="{4B072E71-AE1E-408D-ADC9-78D2F9CAFBA8}" destId="{3B4E1554-91B9-4820-852C-6FD52497E8FF}" srcOrd="3" destOrd="0" presId="urn:microsoft.com/office/officeart/2005/8/layout/vList2"/>
    <dgm:cxn modelId="{C1F6F173-20EA-4D31-B7F4-69CE83290566}" type="presParOf" srcId="{4B072E71-AE1E-408D-ADC9-78D2F9CAFBA8}" destId="{FAE189E5-94B0-4A26-BF38-EFC7AD3E6A6A}" srcOrd="4" destOrd="0" presId="urn:microsoft.com/office/officeart/2005/8/layout/vList2"/>
    <dgm:cxn modelId="{5D481995-048A-4124-9825-566FA3AA1481}" type="presParOf" srcId="{4B072E71-AE1E-408D-ADC9-78D2F9CAFBA8}" destId="{2D226762-DD29-4176-9A54-1DC61DED6E8E}" srcOrd="5" destOrd="0" presId="urn:microsoft.com/office/officeart/2005/8/layout/vList2"/>
    <dgm:cxn modelId="{99447AAB-A60A-44DF-B30F-CA91AED909D9}" type="presParOf" srcId="{4B072E71-AE1E-408D-ADC9-78D2F9CAFBA8}" destId="{A8B33D87-3706-4D43-9AF5-6DB581B7E410}" srcOrd="6" destOrd="0" presId="urn:microsoft.com/office/officeart/2005/8/layout/vList2"/>
    <dgm:cxn modelId="{BA0F59EF-C91D-4E7A-8484-3F6512EBCB1F}" type="presParOf" srcId="{4B072E71-AE1E-408D-ADC9-78D2F9CAFBA8}" destId="{60A7FBCF-0742-4982-944F-057079D3D0D2}" srcOrd="7" destOrd="0" presId="urn:microsoft.com/office/officeart/2005/8/layout/vList2"/>
    <dgm:cxn modelId="{54245BAE-3AFD-4C80-AE57-BB702D696911}" type="presParOf" srcId="{4B072E71-AE1E-408D-ADC9-78D2F9CAFBA8}" destId="{8BBC03F1-CFEF-48BB-918C-8D7BD1AE2C84}" srcOrd="8" destOrd="0" presId="urn:microsoft.com/office/officeart/2005/8/layout/vList2"/>
    <dgm:cxn modelId="{0E777FFD-0261-4A74-9447-A5CE0E32C55B}" type="presParOf" srcId="{4B072E71-AE1E-408D-ADC9-78D2F9CAFBA8}" destId="{D1645A64-8B75-4116-9932-E05EC43803A3}" srcOrd="9" destOrd="0" presId="urn:microsoft.com/office/officeart/2005/8/layout/vList2"/>
    <dgm:cxn modelId="{09B44F6D-A4D3-47EF-858A-871EBC3953D0}" type="presParOf" srcId="{4B072E71-AE1E-408D-ADC9-78D2F9CAFBA8}" destId="{A7B17743-6A46-4F2D-8FA3-F600A45EEDA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B0269C-2CE7-46C1-BBE9-0C4D622D83C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196B25F4-2778-4AFA-B36B-D65E24DFF732}">
      <dgm:prSet/>
      <dgm:spPr/>
      <dgm:t>
        <a:bodyPr/>
        <a:lstStyle/>
        <a:p>
          <a:r>
            <a:rPr lang="en-GB" b="1"/>
            <a:t>1. Selling Price vs. Kilometres</a:t>
          </a:r>
          <a:endParaRPr lang="en-US"/>
        </a:p>
      </dgm:t>
    </dgm:pt>
    <dgm:pt modelId="{E491853B-F5C1-4BA3-A514-02C14FF6BF66}" type="parTrans" cxnId="{2705E238-7D80-4F58-A561-B9B24116E947}">
      <dgm:prSet/>
      <dgm:spPr/>
      <dgm:t>
        <a:bodyPr/>
        <a:lstStyle/>
        <a:p>
          <a:endParaRPr lang="en-US"/>
        </a:p>
      </dgm:t>
    </dgm:pt>
    <dgm:pt modelId="{B62110ED-3D9D-44FB-AB8A-82A561EE1C4C}" type="sibTrans" cxnId="{2705E238-7D80-4F58-A561-B9B24116E94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BBE246A-198C-496E-85E6-D8648C1A9E9C}">
      <dgm:prSet/>
      <dgm:spPr/>
      <dgm:t>
        <a:bodyPr/>
        <a:lstStyle/>
        <a:p>
          <a:r>
            <a:rPr lang="en-GB" b="1"/>
            <a:t>Multiple R</a:t>
          </a:r>
          <a:r>
            <a:rPr lang="en-GB"/>
            <a:t>: 0.15 (weak correlation)</a:t>
          </a:r>
          <a:endParaRPr lang="en-US"/>
        </a:p>
      </dgm:t>
    </dgm:pt>
    <dgm:pt modelId="{11743042-8974-4D6B-8F41-A49756BA80AB}" type="parTrans" cxnId="{073F0F9B-B976-4D4D-8E59-3B1EB3552D52}">
      <dgm:prSet/>
      <dgm:spPr/>
      <dgm:t>
        <a:bodyPr/>
        <a:lstStyle/>
        <a:p>
          <a:endParaRPr lang="en-US"/>
        </a:p>
      </dgm:t>
    </dgm:pt>
    <dgm:pt modelId="{F4E242C3-E4C6-4BD4-8A89-56A5270CBE76}" type="sibTrans" cxnId="{073F0F9B-B976-4D4D-8E59-3B1EB3552D52}">
      <dgm:prSet/>
      <dgm:spPr/>
      <dgm:t>
        <a:bodyPr/>
        <a:lstStyle/>
        <a:p>
          <a:endParaRPr lang="en-US"/>
        </a:p>
      </dgm:t>
    </dgm:pt>
    <dgm:pt modelId="{3B847B90-B2B6-486D-BCC1-433687E34EFC}">
      <dgm:prSet/>
      <dgm:spPr/>
      <dgm:t>
        <a:bodyPr/>
        <a:lstStyle/>
        <a:p>
          <a:r>
            <a:rPr lang="en-GB" b="1" dirty="0"/>
            <a:t>R Square</a:t>
          </a:r>
          <a:r>
            <a:rPr lang="en-GB" dirty="0"/>
            <a:t>: 0.02 (only 2.2% of price variation explained)</a:t>
          </a:r>
          <a:endParaRPr lang="en-US" dirty="0"/>
        </a:p>
      </dgm:t>
    </dgm:pt>
    <dgm:pt modelId="{2092A43E-B39D-4B72-91BE-4D82BDDB0BCC}" type="parTrans" cxnId="{F75A7546-B68C-4A27-8850-CA9F324D7F7A}">
      <dgm:prSet/>
      <dgm:spPr/>
      <dgm:t>
        <a:bodyPr/>
        <a:lstStyle/>
        <a:p>
          <a:endParaRPr lang="en-US"/>
        </a:p>
      </dgm:t>
    </dgm:pt>
    <dgm:pt modelId="{5E843F76-C2D7-495A-A60F-96FDDE50CB64}" type="sibTrans" cxnId="{F75A7546-B68C-4A27-8850-CA9F324D7F7A}">
      <dgm:prSet/>
      <dgm:spPr/>
      <dgm:t>
        <a:bodyPr/>
        <a:lstStyle/>
        <a:p>
          <a:endParaRPr lang="en-US"/>
        </a:p>
      </dgm:t>
    </dgm:pt>
    <dgm:pt modelId="{3D190EA8-D3F1-4E72-A0AF-3E740D023591}">
      <dgm:prSet/>
      <dgm:spPr/>
      <dgm:t>
        <a:bodyPr/>
        <a:lstStyle/>
        <a:p>
          <a:r>
            <a:rPr lang="en-GB" b="1"/>
            <a:t>Significance F</a:t>
          </a:r>
          <a:r>
            <a:rPr lang="en-GB"/>
            <a:t>: 3.14E-11 (model is statistically significant)</a:t>
          </a:r>
          <a:endParaRPr lang="en-US"/>
        </a:p>
      </dgm:t>
    </dgm:pt>
    <dgm:pt modelId="{38433A4C-9424-45F3-97A3-7AF977187FCC}" type="parTrans" cxnId="{11809089-A52D-4AD8-ABCF-3C65B77189EF}">
      <dgm:prSet/>
      <dgm:spPr/>
      <dgm:t>
        <a:bodyPr/>
        <a:lstStyle/>
        <a:p>
          <a:endParaRPr lang="en-US"/>
        </a:p>
      </dgm:t>
    </dgm:pt>
    <dgm:pt modelId="{6B70A76D-F8F6-44FD-BB60-0ECBBF85BFC7}" type="sibTrans" cxnId="{11809089-A52D-4AD8-ABCF-3C65B77189EF}">
      <dgm:prSet/>
      <dgm:spPr/>
      <dgm:t>
        <a:bodyPr/>
        <a:lstStyle/>
        <a:p>
          <a:endParaRPr lang="en-US"/>
        </a:p>
      </dgm:t>
    </dgm:pt>
    <dgm:pt modelId="{BE61AA1F-99B8-4C5E-BAFA-500786F2D7F8}">
      <dgm:prSet/>
      <dgm:spPr/>
      <dgm:t>
        <a:bodyPr/>
        <a:lstStyle/>
        <a:p>
          <a:r>
            <a:rPr lang="en-GB" b="1" dirty="0"/>
            <a:t>Coefficient</a:t>
          </a:r>
          <a:r>
            <a:rPr lang="en-GB" dirty="0"/>
            <a:t>: -6.07 INR per kilometre (selling price decreases slightly with more kilometres)</a:t>
          </a:r>
          <a:endParaRPr lang="en-US" dirty="0"/>
        </a:p>
      </dgm:t>
    </dgm:pt>
    <dgm:pt modelId="{A5763DC0-2214-419C-9834-DC5F7441677A}" type="parTrans" cxnId="{A55EF894-D9AD-4EC9-AE02-D5F462A9631A}">
      <dgm:prSet/>
      <dgm:spPr/>
      <dgm:t>
        <a:bodyPr/>
        <a:lstStyle/>
        <a:p>
          <a:endParaRPr lang="en-US"/>
        </a:p>
      </dgm:t>
    </dgm:pt>
    <dgm:pt modelId="{292E60DD-BB2D-4AFB-9EFC-90E289AF6FB1}" type="sibTrans" cxnId="{A55EF894-D9AD-4EC9-AE02-D5F462A9631A}">
      <dgm:prSet/>
      <dgm:spPr/>
      <dgm:t>
        <a:bodyPr/>
        <a:lstStyle/>
        <a:p>
          <a:endParaRPr lang="en-US"/>
        </a:p>
      </dgm:t>
    </dgm:pt>
    <dgm:pt modelId="{A48F31AA-C4F4-4EDB-91EB-B043A923E3DF}">
      <dgm:prSet/>
      <dgm:spPr/>
      <dgm:t>
        <a:bodyPr/>
        <a:lstStyle/>
        <a:p>
          <a:r>
            <a:rPr lang="en-GB" b="1"/>
            <a:t>P-value</a:t>
          </a:r>
          <a:r>
            <a:rPr lang="en-GB"/>
            <a:t>: 3.14E-11 (highly significant)</a:t>
          </a:r>
          <a:endParaRPr lang="en-US"/>
        </a:p>
      </dgm:t>
    </dgm:pt>
    <dgm:pt modelId="{24EB3FD1-DB6F-4A8F-9FC4-633308165241}" type="parTrans" cxnId="{B4AA5271-D370-4E56-9900-2277D2C01546}">
      <dgm:prSet/>
      <dgm:spPr/>
      <dgm:t>
        <a:bodyPr/>
        <a:lstStyle/>
        <a:p>
          <a:endParaRPr lang="en-US"/>
        </a:p>
      </dgm:t>
    </dgm:pt>
    <dgm:pt modelId="{C935A408-767B-4144-9351-F78708F6EB78}" type="sibTrans" cxnId="{B4AA5271-D370-4E56-9900-2277D2C01546}">
      <dgm:prSet/>
      <dgm:spPr/>
      <dgm:t>
        <a:bodyPr/>
        <a:lstStyle/>
        <a:p>
          <a:endParaRPr lang="en-US"/>
        </a:p>
      </dgm:t>
    </dgm:pt>
    <dgm:pt modelId="{BEFB3562-699A-4FBD-9FE2-8A151E1E4685}">
      <dgm:prSet/>
      <dgm:spPr/>
      <dgm:t>
        <a:bodyPr/>
        <a:lstStyle/>
        <a:p>
          <a:r>
            <a:rPr lang="en-GB" b="1"/>
            <a:t>2. Selling Price vs. Car Age</a:t>
          </a:r>
          <a:endParaRPr lang="en-US"/>
        </a:p>
      </dgm:t>
    </dgm:pt>
    <dgm:pt modelId="{C2FE18DE-35C2-4B3B-9CF2-3E5D577BAF17}" type="parTrans" cxnId="{138890F3-C510-4418-A72E-97B6556CE125}">
      <dgm:prSet/>
      <dgm:spPr/>
      <dgm:t>
        <a:bodyPr/>
        <a:lstStyle/>
        <a:p>
          <a:endParaRPr lang="en-US"/>
        </a:p>
      </dgm:t>
    </dgm:pt>
    <dgm:pt modelId="{2D2B50E1-A1CB-4C6C-905E-DFD70055C038}" type="sibTrans" cxnId="{138890F3-C510-4418-A72E-97B6556CE12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3759F78-6CFA-45A6-8F89-2A6675D12011}">
      <dgm:prSet/>
      <dgm:spPr/>
      <dgm:t>
        <a:bodyPr/>
        <a:lstStyle/>
        <a:p>
          <a:r>
            <a:rPr lang="en-GB" b="1"/>
            <a:t>Multiple R</a:t>
          </a:r>
          <a:r>
            <a:rPr lang="en-GB"/>
            <a:t>: 0.32 (moderate correlation)</a:t>
          </a:r>
          <a:endParaRPr lang="en-US"/>
        </a:p>
      </dgm:t>
    </dgm:pt>
    <dgm:pt modelId="{8E3B42B2-1738-4694-A59B-F37AC1283A8B}" type="parTrans" cxnId="{24B17FC6-336E-481A-A249-E5AB810EDBE7}">
      <dgm:prSet/>
      <dgm:spPr/>
      <dgm:t>
        <a:bodyPr/>
        <a:lstStyle/>
        <a:p>
          <a:endParaRPr lang="en-US"/>
        </a:p>
      </dgm:t>
    </dgm:pt>
    <dgm:pt modelId="{E80326C3-8063-4CA0-BA90-46505594185F}" type="sibTrans" cxnId="{24B17FC6-336E-481A-A249-E5AB810EDBE7}">
      <dgm:prSet/>
      <dgm:spPr/>
      <dgm:t>
        <a:bodyPr/>
        <a:lstStyle/>
        <a:p>
          <a:endParaRPr lang="en-US"/>
        </a:p>
      </dgm:t>
    </dgm:pt>
    <dgm:pt modelId="{0A0E2FB1-2D10-432A-95B6-1AF030194860}">
      <dgm:prSet/>
      <dgm:spPr/>
      <dgm:t>
        <a:bodyPr/>
        <a:lstStyle/>
        <a:p>
          <a:r>
            <a:rPr lang="en-GB" b="1"/>
            <a:t>R Square</a:t>
          </a:r>
          <a:r>
            <a:rPr lang="en-GB"/>
            <a:t>: 0.10 (10.2% of price variation explained)</a:t>
          </a:r>
          <a:endParaRPr lang="en-US"/>
        </a:p>
      </dgm:t>
    </dgm:pt>
    <dgm:pt modelId="{59B81EE3-4FFA-4429-9D1D-A2C35342620B}" type="parTrans" cxnId="{F1DC1217-E46B-493C-900A-83795E575F6B}">
      <dgm:prSet/>
      <dgm:spPr/>
      <dgm:t>
        <a:bodyPr/>
        <a:lstStyle/>
        <a:p>
          <a:endParaRPr lang="en-US"/>
        </a:p>
      </dgm:t>
    </dgm:pt>
    <dgm:pt modelId="{BEAED66C-28A7-4785-AB4E-37B03EFB7499}" type="sibTrans" cxnId="{F1DC1217-E46B-493C-900A-83795E575F6B}">
      <dgm:prSet/>
      <dgm:spPr/>
      <dgm:t>
        <a:bodyPr/>
        <a:lstStyle/>
        <a:p>
          <a:endParaRPr lang="en-US"/>
        </a:p>
      </dgm:t>
    </dgm:pt>
    <dgm:pt modelId="{1ED00313-718C-423B-8EF5-232010DB6349}">
      <dgm:prSet/>
      <dgm:spPr/>
      <dgm:t>
        <a:bodyPr/>
        <a:lstStyle/>
        <a:p>
          <a:r>
            <a:rPr lang="en-GB" b="1"/>
            <a:t>Significance F</a:t>
          </a:r>
          <a:r>
            <a:rPr lang="en-GB"/>
            <a:t>: 9.31E-49 (model is highly significant)</a:t>
          </a:r>
          <a:endParaRPr lang="en-US"/>
        </a:p>
      </dgm:t>
    </dgm:pt>
    <dgm:pt modelId="{5038FE60-8AC1-479C-9FA8-EC25F10DA5D1}" type="parTrans" cxnId="{B5AF8483-9789-492D-951C-D7E14E6CBB3A}">
      <dgm:prSet/>
      <dgm:spPr/>
      <dgm:t>
        <a:bodyPr/>
        <a:lstStyle/>
        <a:p>
          <a:endParaRPr lang="en-US"/>
        </a:p>
      </dgm:t>
    </dgm:pt>
    <dgm:pt modelId="{A2C175A0-F269-47DE-942D-656368D8FD83}" type="sibTrans" cxnId="{B5AF8483-9789-492D-951C-D7E14E6CBB3A}">
      <dgm:prSet/>
      <dgm:spPr/>
      <dgm:t>
        <a:bodyPr/>
        <a:lstStyle/>
        <a:p>
          <a:endParaRPr lang="en-US"/>
        </a:p>
      </dgm:t>
    </dgm:pt>
    <dgm:pt modelId="{8C4DF931-7F87-4460-A23E-4947D940974A}">
      <dgm:prSet/>
      <dgm:spPr/>
      <dgm:t>
        <a:bodyPr/>
        <a:lstStyle/>
        <a:p>
          <a:r>
            <a:rPr lang="en-GB" b="1"/>
            <a:t>Coefficient</a:t>
          </a:r>
          <a:r>
            <a:rPr lang="en-GB"/>
            <a:t>: -226,340.50 INR per year (price drops significantly with car age)</a:t>
          </a:r>
          <a:endParaRPr lang="en-US"/>
        </a:p>
      </dgm:t>
    </dgm:pt>
    <dgm:pt modelId="{914B4845-D316-4B43-BEBF-77C010D8361B}" type="parTrans" cxnId="{79C24C9B-560C-4F84-ADBF-FD8E249A0C44}">
      <dgm:prSet/>
      <dgm:spPr/>
      <dgm:t>
        <a:bodyPr/>
        <a:lstStyle/>
        <a:p>
          <a:endParaRPr lang="en-US"/>
        </a:p>
      </dgm:t>
    </dgm:pt>
    <dgm:pt modelId="{13042195-3B7D-4083-80B1-8303514161E0}" type="sibTrans" cxnId="{79C24C9B-560C-4F84-ADBF-FD8E249A0C44}">
      <dgm:prSet/>
      <dgm:spPr/>
      <dgm:t>
        <a:bodyPr/>
        <a:lstStyle/>
        <a:p>
          <a:endParaRPr lang="en-US"/>
        </a:p>
      </dgm:t>
    </dgm:pt>
    <dgm:pt modelId="{B21954F9-D544-4C54-A118-79F82D88E38E}">
      <dgm:prSet/>
      <dgm:spPr/>
      <dgm:t>
        <a:bodyPr/>
        <a:lstStyle/>
        <a:p>
          <a:r>
            <a:rPr lang="en-GB" b="1"/>
            <a:t>P-value</a:t>
          </a:r>
          <a:r>
            <a:rPr lang="en-GB"/>
            <a:t>: 9.31E-49 (extremely significant)</a:t>
          </a:r>
          <a:endParaRPr lang="en-US"/>
        </a:p>
      </dgm:t>
    </dgm:pt>
    <dgm:pt modelId="{1C823446-15C6-48BD-A34E-4592945F7027}" type="parTrans" cxnId="{3F5519F7-234A-483E-BEAD-5A75A0E5364C}">
      <dgm:prSet/>
      <dgm:spPr/>
      <dgm:t>
        <a:bodyPr/>
        <a:lstStyle/>
        <a:p>
          <a:endParaRPr lang="en-US"/>
        </a:p>
      </dgm:t>
    </dgm:pt>
    <dgm:pt modelId="{7A00AC2B-9959-4172-A7F5-75C90F1740E9}" type="sibTrans" cxnId="{3F5519F7-234A-483E-BEAD-5A75A0E5364C}">
      <dgm:prSet/>
      <dgm:spPr/>
      <dgm:t>
        <a:bodyPr/>
        <a:lstStyle/>
        <a:p>
          <a:endParaRPr lang="en-US"/>
        </a:p>
      </dgm:t>
    </dgm:pt>
    <dgm:pt modelId="{98C9AB0B-9128-4EC7-907B-CD953ED63259}">
      <dgm:prSet/>
      <dgm:spPr/>
      <dgm:t>
        <a:bodyPr/>
        <a:lstStyle/>
        <a:p>
          <a:r>
            <a:rPr lang="en-GB" b="1"/>
            <a:t>3. Insights:</a:t>
          </a:r>
          <a:endParaRPr lang="en-US"/>
        </a:p>
      </dgm:t>
    </dgm:pt>
    <dgm:pt modelId="{A93E846F-D8A2-465C-9F71-51B46E0FBE3F}" type="parTrans" cxnId="{99DEB216-3D0E-4F38-B6E3-B8F043C5F1AA}">
      <dgm:prSet/>
      <dgm:spPr/>
      <dgm:t>
        <a:bodyPr/>
        <a:lstStyle/>
        <a:p>
          <a:endParaRPr lang="en-US"/>
        </a:p>
      </dgm:t>
    </dgm:pt>
    <dgm:pt modelId="{F41B4EAA-0CDB-496F-B288-5E2F166AD0B6}" type="sibTrans" cxnId="{99DEB216-3D0E-4F38-B6E3-B8F043C5F1A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4F67643-FE76-49E3-B640-9044D2E170F0}">
      <dgm:prSet/>
      <dgm:spPr/>
      <dgm:t>
        <a:bodyPr/>
        <a:lstStyle/>
        <a:p>
          <a:r>
            <a:rPr lang="en-GB" b="1"/>
            <a:t>Kilometres</a:t>
          </a:r>
          <a:r>
            <a:rPr lang="en-GB"/>
            <a:t>: Weak impact on selling price, but still statistically significant.</a:t>
          </a:r>
          <a:endParaRPr lang="en-US"/>
        </a:p>
      </dgm:t>
    </dgm:pt>
    <dgm:pt modelId="{5D0A57EB-83FD-4353-888C-532B6139E74C}" type="parTrans" cxnId="{2B14390C-B810-4F6E-A50F-1E26B8F07688}">
      <dgm:prSet/>
      <dgm:spPr/>
      <dgm:t>
        <a:bodyPr/>
        <a:lstStyle/>
        <a:p>
          <a:endParaRPr lang="en-US"/>
        </a:p>
      </dgm:t>
    </dgm:pt>
    <dgm:pt modelId="{6EF6FE5A-9EEF-43D3-8498-F19F69AD404D}" type="sibTrans" cxnId="{2B14390C-B810-4F6E-A50F-1E26B8F07688}">
      <dgm:prSet/>
      <dgm:spPr/>
      <dgm:t>
        <a:bodyPr/>
        <a:lstStyle/>
        <a:p>
          <a:endParaRPr lang="en-US"/>
        </a:p>
      </dgm:t>
    </dgm:pt>
    <dgm:pt modelId="{07478A77-F974-4B84-91B1-A5F47EBC28F2}">
      <dgm:prSet/>
      <dgm:spPr/>
      <dgm:t>
        <a:bodyPr/>
        <a:lstStyle/>
        <a:p>
          <a:r>
            <a:rPr lang="en-GB" b="1"/>
            <a:t>Car Age</a:t>
          </a:r>
          <a:r>
            <a:rPr lang="en-GB"/>
            <a:t>: Stronger negative impact, suggesting that age is a more influential factor in determining price.</a:t>
          </a:r>
          <a:endParaRPr lang="en-US"/>
        </a:p>
      </dgm:t>
    </dgm:pt>
    <dgm:pt modelId="{4943B5F9-8B82-46D0-A082-B7F14FE15885}" type="parTrans" cxnId="{4419C1C5-167C-4EBD-B9B7-74DE786F0761}">
      <dgm:prSet/>
      <dgm:spPr/>
      <dgm:t>
        <a:bodyPr/>
        <a:lstStyle/>
        <a:p>
          <a:endParaRPr lang="en-US"/>
        </a:p>
      </dgm:t>
    </dgm:pt>
    <dgm:pt modelId="{541A17B1-E44E-4703-885C-65E074329274}" type="sibTrans" cxnId="{4419C1C5-167C-4EBD-B9B7-74DE786F0761}">
      <dgm:prSet/>
      <dgm:spPr/>
      <dgm:t>
        <a:bodyPr/>
        <a:lstStyle/>
        <a:p>
          <a:endParaRPr lang="en-US"/>
        </a:p>
      </dgm:t>
    </dgm:pt>
    <dgm:pt modelId="{572EC4A9-76A3-4174-B2D9-317661A7F377}" type="pres">
      <dgm:prSet presAssocID="{47B0269C-2CE7-46C1-BBE9-0C4D622D83CD}" presName="Name0" presStyleCnt="0">
        <dgm:presLayoutVars>
          <dgm:animLvl val="lvl"/>
          <dgm:resizeHandles val="exact"/>
        </dgm:presLayoutVars>
      </dgm:prSet>
      <dgm:spPr/>
    </dgm:pt>
    <dgm:pt modelId="{1BB1FB56-B2FE-4C92-ABBB-3A601C2F679B}" type="pres">
      <dgm:prSet presAssocID="{196B25F4-2778-4AFA-B36B-D65E24DFF732}" presName="compositeNode" presStyleCnt="0">
        <dgm:presLayoutVars>
          <dgm:bulletEnabled val="1"/>
        </dgm:presLayoutVars>
      </dgm:prSet>
      <dgm:spPr/>
    </dgm:pt>
    <dgm:pt modelId="{7B1C5F60-389D-4FB5-A1C7-84649AEEC33C}" type="pres">
      <dgm:prSet presAssocID="{196B25F4-2778-4AFA-B36B-D65E24DFF732}" presName="bgRect" presStyleLbl="bgAccFollowNode1" presStyleIdx="0" presStyleCnt="3"/>
      <dgm:spPr/>
    </dgm:pt>
    <dgm:pt modelId="{5603BFFE-67FD-4AC7-9B18-CF8B07D68E63}" type="pres">
      <dgm:prSet presAssocID="{B62110ED-3D9D-44FB-AB8A-82A561EE1C4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C282986E-FD54-42AB-B9C2-E7BEF0CDFBAB}" type="pres">
      <dgm:prSet presAssocID="{196B25F4-2778-4AFA-B36B-D65E24DFF732}" presName="bottomLine" presStyleLbl="alignNode1" presStyleIdx="1" presStyleCnt="6">
        <dgm:presLayoutVars/>
      </dgm:prSet>
      <dgm:spPr/>
    </dgm:pt>
    <dgm:pt modelId="{2C822C34-5C19-48AE-8B60-717E2B84BDB3}" type="pres">
      <dgm:prSet presAssocID="{196B25F4-2778-4AFA-B36B-D65E24DFF732}" presName="nodeText" presStyleLbl="bgAccFollowNode1" presStyleIdx="0" presStyleCnt="3">
        <dgm:presLayoutVars>
          <dgm:bulletEnabled val="1"/>
        </dgm:presLayoutVars>
      </dgm:prSet>
      <dgm:spPr/>
    </dgm:pt>
    <dgm:pt modelId="{FED0D436-4C3E-48CC-BB8B-2701526057F7}" type="pres">
      <dgm:prSet presAssocID="{B62110ED-3D9D-44FB-AB8A-82A561EE1C4C}" presName="sibTrans" presStyleCnt="0"/>
      <dgm:spPr/>
    </dgm:pt>
    <dgm:pt modelId="{154750C6-FE02-4BB3-9724-F71ADC9D7CFD}" type="pres">
      <dgm:prSet presAssocID="{BEFB3562-699A-4FBD-9FE2-8A151E1E4685}" presName="compositeNode" presStyleCnt="0">
        <dgm:presLayoutVars>
          <dgm:bulletEnabled val="1"/>
        </dgm:presLayoutVars>
      </dgm:prSet>
      <dgm:spPr/>
    </dgm:pt>
    <dgm:pt modelId="{CFE02F57-AF6B-466D-9081-C6BEC44A6CE4}" type="pres">
      <dgm:prSet presAssocID="{BEFB3562-699A-4FBD-9FE2-8A151E1E4685}" presName="bgRect" presStyleLbl="bgAccFollowNode1" presStyleIdx="1" presStyleCnt="3"/>
      <dgm:spPr/>
    </dgm:pt>
    <dgm:pt modelId="{879C968B-84C2-42C0-9870-F8C5D4418593}" type="pres">
      <dgm:prSet presAssocID="{2D2B50E1-A1CB-4C6C-905E-DFD70055C03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B6004B06-D555-48CA-B3A8-7A7E36EBAC79}" type="pres">
      <dgm:prSet presAssocID="{BEFB3562-699A-4FBD-9FE2-8A151E1E4685}" presName="bottomLine" presStyleLbl="alignNode1" presStyleIdx="3" presStyleCnt="6">
        <dgm:presLayoutVars/>
      </dgm:prSet>
      <dgm:spPr/>
    </dgm:pt>
    <dgm:pt modelId="{D093606C-B494-4AC5-B1AC-AEDA0980EAEA}" type="pres">
      <dgm:prSet presAssocID="{BEFB3562-699A-4FBD-9FE2-8A151E1E4685}" presName="nodeText" presStyleLbl="bgAccFollowNode1" presStyleIdx="1" presStyleCnt="3">
        <dgm:presLayoutVars>
          <dgm:bulletEnabled val="1"/>
        </dgm:presLayoutVars>
      </dgm:prSet>
      <dgm:spPr/>
    </dgm:pt>
    <dgm:pt modelId="{8F2B8CFB-D1D9-4A50-A7C2-4675FD1947A9}" type="pres">
      <dgm:prSet presAssocID="{2D2B50E1-A1CB-4C6C-905E-DFD70055C038}" presName="sibTrans" presStyleCnt="0"/>
      <dgm:spPr/>
    </dgm:pt>
    <dgm:pt modelId="{CEBD47A4-625D-4CDD-991E-0397F4EACF25}" type="pres">
      <dgm:prSet presAssocID="{98C9AB0B-9128-4EC7-907B-CD953ED63259}" presName="compositeNode" presStyleCnt="0">
        <dgm:presLayoutVars>
          <dgm:bulletEnabled val="1"/>
        </dgm:presLayoutVars>
      </dgm:prSet>
      <dgm:spPr/>
    </dgm:pt>
    <dgm:pt modelId="{E3632EB2-3A01-4AB5-985D-62BEF8723B4B}" type="pres">
      <dgm:prSet presAssocID="{98C9AB0B-9128-4EC7-907B-CD953ED63259}" presName="bgRect" presStyleLbl="bgAccFollowNode1" presStyleIdx="2" presStyleCnt="3"/>
      <dgm:spPr/>
    </dgm:pt>
    <dgm:pt modelId="{85DC7451-5CBC-40CB-BD4F-EA2FA1B3504B}" type="pres">
      <dgm:prSet presAssocID="{F41B4EAA-0CDB-496F-B288-5E2F166AD0B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783DF421-8E4A-4468-AAD6-3BF3CE9F91CF}" type="pres">
      <dgm:prSet presAssocID="{98C9AB0B-9128-4EC7-907B-CD953ED63259}" presName="bottomLine" presStyleLbl="alignNode1" presStyleIdx="5" presStyleCnt="6">
        <dgm:presLayoutVars/>
      </dgm:prSet>
      <dgm:spPr/>
    </dgm:pt>
    <dgm:pt modelId="{6F4FA0F1-0330-40ED-9A14-000C690A8BEE}" type="pres">
      <dgm:prSet presAssocID="{98C9AB0B-9128-4EC7-907B-CD953ED63259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B14390C-B810-4F6E-A50F-1E26B8F07688}" srcId="{98C9AB0B-9128-4EC7-907B-CD953ED63259}" destId="{54F67643-FE76-49E3-B640-9044D2E170F0}" srcOrd="0" destOrd="0" parTransId="{5D0A57EB-83FD-4353-888C-532B6139E74C}" sibTransId="{6EF6FE5A-9EEF-43D3-8498-F19F69AD404D}"/>
    <dgm:cxn modelId="{8FF15210-CB8F-4A12-BD2A-2126E6A0E9E8}" type="presOf" srcId="{B21954F9-D544-4C54-A118-79F82D88E38E}" destId="{D093606C-B494-4AC5-B1AC-AEDA0980EAEA}" srcOrd="0" destOrd="5" presId="urn:microsoft.com/office/officeart/2016/7/layout/BasicLinearProcessNumbered"/>
    <dgm:cxn modelId="{69026911-3138-4223-90D0-CEEE7EC30CB5}" type="presOf" srcId="{54F67643-FE76-49E3-B640-9044D2E170F0}" destId="{6F4FA0F1-0330-40ED-9A14-000C690A8BEE}" srcOrd="0" destOrd="1" presId="urn:microsoft.com/office/officeart/2016/7/layout/BasicLinearProcessNumbered"/>
    <dgm:cxn modelId="{99DEB216-3D0E-4F38-B6E3-B8F043C5F1AA}" srcId="{47B0269C-2CE7-46C1-BBE9-0C4D622D83CD}" destId="{98C9AB0B-9128-4EC7-907B-CD953ED63259}" srcOrd="2" destOrd="0" parTransId="{A93E846F-D8A2-465C-9F71-51B46E0FBE3F}" sibTransId="{F41B4EAA-0CDB-496F-B288-5E2F166AD0B6}"/>
    <dgm:cxn modelId="{F1DC1217-E46B-493C-900A-83795E575F6B}" srcId="{BEFB3562-699A-4FBD-9FE2-8A151E1E4685}" destId="{0A0E2FB1-2D10-432A-95B6-1AF030194860}" srcOrd="1" destOrd="0" parTransId="{59B81EE3-4FFA-4429-9D1D-A2C35342620B}" sibTransId="{BEAED66C-28A7-4785-AB4E-37B03EFB7499}"/>
    <dgm:cxn modelId="{EAA5A917-17D5-438C-A66A-A9E321C3DACF}" type="presOf" srcId="{B62110ED-3D9D-44FB-AB8A-82A561EE1C4C}" destId="{5603BFFE-67FD-4AC7-9B18-CF8B07D68E63}" srcOrd="0" destOrd="0" presId="urn:microsoft.com/office/officeart/2016/7/layout/BasicLinearProcessNumbered"/>
    <dgm:cxn modelId="{B1CDE618-B20A-44ED-8B19-07E349AE176E}" type="presOf" srcId="{2D2B50E1-A1CB-4C6C-905E-DFD70055C038}" destId="{879C968B-84C2-42C0-9870-F8C5D4418593}" srcOrd="0" destOrd="0" presId="urn:microsoft.com/office/officeart/2016/7/layout/BasicLinearProcessNumbered"/>
    <dgm:cxn modelId="{74637128-4254-441D-86D1-8CFFA7F9512A}" type="presOf" srcId="{73759F78-6CFA-45A6-8F89-2A6675D12011}" destId="{D093606C-B494-4AC5-B1AC-AEDA0980EAEA}" srcOrd="0" destOrd="1" presId="urn:microsoft.com/office/officeart/2016/7/layout/BasicLinearProcessNumbered"/>
    <dgm:cxn modelId="{0E6BBD29-FB01-454A-8096-CF6CF4D934DA}" type="presOf" srcId="{98C9AB0B-9128-4EC7-907B-CD953ED63259}" destId="{E3632EB2-3A01-4AB5-985D-62BEF8723B4B}" srcOrd="0" destOrd="0" presId="urn:microsoft.com/office/officeart/2016/7/layout/BasicLinearProcessNumbered"/>
    <dgm:cxn modelId="{A835DF2D-42EC-4BD5-9BAA-3F26BE04EBD6}" type="presOf" srcId="{BEFB3562-699A-4FBD-9FE2-8A151E1E4685}" destId="{D093606C-B494-4AC5-B1AC-AEDA0980EAEA}" srcOrd="1" destOrd="0" presId="urn:microsoft.com/office/officeart/2016/7/layout/BasicLinearProcessNumbered"/>
    <dgm:cxn modelId="{2705E238-7D80-4F58-A561-B9B24116E947}" srcId="{47B0269C-2CE7-46C1-BBE9-0C4D622D83CD}" destId="{196B25F4-2778-4AFA-B36B-D65E24DFF732}" srcOrd="0" destOrd="0" parTransId="{E491853B-F5C1-4BA3-A514-02C14FF6BF66}" sibTransId="{B62110ED-3D9D-44FB-AB8A-82A561EE1C4C}"/>
    <dgm:cxn modelId="{7E364A3C-84F1-4C0A-8147-EB3E4021F7B1}" type="presOf" srcId="{4BBE246A-198C-496E-85E6-D8648C1A9E9C}" destId="{2C822C34-5C19-48AE-8B60-717E2B84BDB3}" srcOrd="0" destOrd="1" presId="urn:microsoft.com/office/officeart/2016/7/layout/BasicLinearProcessNumbered"/>
    <dgm:cxn modelId="{BFFF8041-3E00-4812-8685-19A0C05AEE22}" type="presOf" srcId="{3D190EA8-D3F1-4E72-A0AF-3E740D023591}" destId="{2C822C34-5C19-48AE-8B60-717E2B84BDB3}" srcOrd="0" destOrd="3" presId="urn:microsoft.com/office/officeart/2016/7/layout/BasicLinearProcessNumbered"/>
    <dgm:cxn modelId="{F75A7546-B68C-4A27-8850-CA9F324D7F7A}" srcId="{196B25F4-2778-4AFA-B36B-D65E24DFF732}" destId="{3B847B90-B2B6-486D-BCC1-433687E34EFC}" srcOrd="1" destOrd="0" parTransId="{2092A43E-B39D-4B72-91BE-4D82BDDB0BCC}" sibTransId="{5E843F76-C2D7-495A-A60F-96FDDE50CB64}"/>
    <dgm:cxn modelId="{4BEE3648-96AC-4C03-96E2-08B7C1669F46}" type="presOf" srcId="{07478A77-F974-4B84-91B1-A5F47EBC28F2}" destId="{6F4FA0F1-0330-40ED-9A14-000C690A8BEE}" srcOrd="0" destOrd="2" presId="urn:microsoft.com/office/officeart/2016/7/layout/BasicLinearProcessNumbered"/>
    <dgm:cxn modelId="{7976DA6B-6E3E-492A-ABB0-23164AA53AB3}" type="presOf" srcId="{47B0269C-2CE7-46C1-BBE9-0C4D622D83CD}" destId="{572EC4A9-76A3-4174-B2D9-317661A7F377}" srcOrd="0" destOrd="0" presId="urn:microsoft.com/office/officeart/2016/7/layout/BasicLinearProcessNumbered"/>
    <dgm:cxn modelId="{12C5164E-54BC-4809-B368-8F7544E53A4D}" type="presOf" srcId="{8C4DF931-7F87-4460-A23E-4947D940974A}" destId="{D093606C-B494-4AC5-B1AC-AEDA0980EAEA}" srcOrd="0" destOrd="4" presId="urn:microsoft.com/office/officeart/2016/7/layout/BasicLinearProcessNumbered"/>
    <dgm:cxn modelId="{B4AA5271-D370-4E56-9900-2277D2C01546}" srcId="{196B25F4-2778-4AFA-B36B-D65E24DFF732}" destId="{A48F31AA-C4F4-4EDB-91EB-B043A923E3DF}" srcOrd="4" destOrd="0" parTransId="{24EB3FD1-DB6F-4A8F-9FC4-633308165241}" sibTransId="{C935A408-767B-4144-9351-F78708F6EB78}"/>
    <dgm:cxn modelId="{0A688872-82AB-498C-BC7D-0FA8FE8AD64E}" type="presOf" srcId="{98C9AB0B-9128-4EC7-907B-CD953ED63259}" destId="{6F4FA0F1-0330-40ED-9A14-000C690A8BEE}" srcOrd="1" destOrd="0" presId="urn:microsoft.com/office/officeart/2016/7/layout/BasicLinearProcessNumbered"/>
    <dgm:cxn modelId="{23974D56-FB3E-4EBF-B5D2-E523D464614D}" type="presOf" srcId="{196B25F4-2778-4AFA-B36B-D65E24DFF732}" destId="{2C822C34-5C19-48AE-8B60-717E2B84BDB3}" srcOrd="1" destOrd="0" presId="urn:microsoft.com/office/officeart/2016/7/layout/BasicLinearProcessNumbered"/>
    <dgm:cxn modelId="{B5AF8483-9789-492D-951C-D7E14E6CBB3A}" srcId="{BEFB3562-699A-4FBD-9FE2-8A151E1E4685}" destId="{1ED00313-718C-423B-8EF5-232010DB6349}" srcOrd="2" destOrd="0" parTransId="{5038FE60-8AC1-479C-9FA8-EC25F10DA5D1}" sibTransId="{A2C175A0-F269-47DE-942D-656368D8FD83}"/>
    <dgm:cxn modelId="{11809089-A52D-4AD8-ABCF-3C65B77189EF}" srcId="{196B25F4-2778-4AFA-B36B-D65E24DFF732}" destId="{3D190EA8-D3F1-4E72-A0AF-3E740D023591}" srcOrd="2" destOrd="0" parTransId="{38433A4C-9424-45F3-97A3-7AF977187FCC}" sibTransId="{6B70A76D-F8F6-44FD-BB60-0ECBBF85BFC7}"/>
    <dgm:cxn modelId="{181D7491-E019-40B9-BD65-5D19736C869D}" type="presOf" srcId="{0A0E2FB1-2D10-432A-95B6-1AF030194860}" destId="{D093606C-B494-4AC5-B1AC-AEDA0980EAEA}" srcOrd="0" destOrd="2" presId="urn:microsoft.com/office/officeart/2016/7/layout/BasicLinearProcessNumbered"/>
    <dgm:cxn modelId="{1704E291-DEF9-4D55-ABB9-03D8E66D4ADA}" type="presOf" srcId="{196B25F4-2778-4AFA-B36B-D65E24DFF732}" destId="{7B1C5F60-389D-4FB5-A1C7-84649AEEC33C}" srcOrd="0" destOrd="0" presId="urn:microsoft.com/office/officeart/2016/7/layout/BasicLinearProcessNumbered"/>
    <dgm:cxn modelId="{A55EF894-D9AD-4EC9-AE02-D5F462A9631A}" srcId="{196B25F4-2778-4AFA-B36B-D65E24DFF732}" destId="{BE61AA1F-99B8-4C5E-BAFA-500786F2D7F8}" srcOrd="3" destOrd="0" parTransId="{A5763DC0-2214-419C-9834-DC5F7441677A}" sibTransId="{292E60DD-BB2D-4AFB-9EFC-90E289AF6FB1}"/>
    <dgm:cxn modelId="{706F5E99-1887-4A55-ACF3-AFB1FCF9B6A8}" type="presOf" srcId="{A48F31AA-C4F4-4EDB-91EB-B043A923E3DF}" destId="{2C822C34-5C19-48AE-8B60-717E2B84BDB3}" srcOrd="0" destOrd="5" presId="urn:microsoft.com/office/officeart/2016/7/layout/BasicLinearProcessNumbered"/>
    <dgm:cxn modelId="{073F0F9B-B976-4D4D-8E59-3B1EB3552D52}" srcId="{196B25F4-2778-4AFA-B36B-D65E24DFF732}" destId="{4BBE246A-198C-496E-85E6-D8648C1A9E9C}" srcOrd="0" destOrd="0" parTransId="{11743042-8974-4D6B-8F41-A49756BA80AB}" sibTransId="{F4E242C3-E4C6-4BD4-8A89-56A5270CBE76}"/>
    <dgm:cxn modelId="{79C24C9B-560C-4F84-ADBF-FD8E249A0C44}" srcId="{BEFB3562-699A-4FBD-9FE2-8A151E1E4685}" destId="{8C4DF931-7F87-4460-A23E-4947D940974A}" srcOrd="3" destOrd="0" parTransId="{914B4845-D316-4B43-BEBF-77C010D8361B}" sibTransId="{13042195-3B7D-4083-80B1-8303514161E0}"/>
    <dgm:cxn modelId="{4419C1C5-167C-4EBD-B9B7-74DE786F0761}" srcId="{98C9AB0B-9128-4EC7-907B-CD953ED63259}" destId="{07478A77-F974-4B84-91B1-A5F47EBC28F2}" srcOrd="1" destOrd="0" parTransId="{4943B5F9-8B82-46D0-A082-B7F14FE15885}" sibTransId="{541A17B1-E44E-4703-885C-65E074329274}"/>
    <dgm:cxn modelId="{73D23AC6-B43A-4925-994D-63F805AB5AE3}" type="presOf" srcId="{F41B4EAA-0CDB-496F-B288-5E2F166AD0B6}" destId="{85DC7451-5CBC-40CB-BD4F-EA2FA1B3504B}" srcOrd="0" destOrd="0" presId="urn:microsoft.com/office/officeart/2016/7/layout/BasicLinearProcessNumbered"/>
    <dgm:cxn modelId="{24B17FC6-336E-481A-A249-E5AB810EDBE7}" srcId="{BEFB3562-699A-4FBD-9FE2-8A151E1E4685}" destId="{73759F78-6CFA-45A6-8F89-2A6675D12011}" srcOrd="0" destOrd="0" parTransId="{8E3B42B2-1738-4694-A59B-F37AC1283A8B}" sibTransId="{E80326C3-8063-4CA0-BA90-46505594185F}"/>
    <dgm:cxn modelId="{934B1DCE-6013-4EA7-9873-376C817E00B8}" type="presOf" srcId="{3B847B90-B2B6-486D-BCC1-433687E34EFC}" destId="{2C822C34-5C19-48AE-8B60-717E2B84BDB3}" srcOrd="0" destOrd="2" presId="urn:microsoft.com/office/officeart/2016/7/layout/BasicLinearProcessNumbered"/>
    <dgm:cxn modelId="{55FE32D0-6535-4CBE-8A19-06EB40881926}" type="presOf" srcId="{1ED00313-718C-423B-8EF5-232010DB6349}" destId="{D093606C-B494-4AC5-B1AC-AEDA0980EAEA}" srcOrd="0" destOrd="3" presId="urn:microsoft.com/office/officeart/2016/7/layout/BasicLinearProcessNumbered"/>
    <dgm:cxn modelId="{0A7879DE-EDD2-4A91-A62B-5CD53A1BC16E}" type="presOf" srcId="{BEFB3562-699A-4FBD-9FE2-8A151E1E4685}" destId="{CFE02F57-AF6B-466D-9081-C6BEC44A6CE4}" srcOrd="0" destOrd="0" presId="urn:microsoft.com/office/officeart/2016/7/layout/BasicLinearProcessNumbered"/>
    <dgm:cxn modelId="{8E2C42E2-62EB-4F0F-BC0B-78D4BCFD9017}" type="presOf" srcId="{BE61AA1F-99B8-4C5E-BAFA-500786F2D7F8}" destId="{2C822C34-5C19-48AE-8B60-717E2B84BDB3}" srcOrd="0" destOrd="4" presId="urn:microsoft.com/office/officeart/2016/7/layout/BasicLinearProcessNumbered"/>
    <dgm:cxn modelId="{138890F3-C510-4418-A72E-97B6556CE125}" srcId="{47B0269C-2CE7-46C1-BBE9-0C4D622D83CD}" destId="{BEFB3562-699A-4FBD-9FE2-8A151E1E4685}" srcOrd="1" destOrd="0" parTransId="{C2FE18DE-35C2-4B3B-9CF2-3E5D577BAF17}" sibTransId="{2D2B50E1-A1CB-4C6C-905E-DFD70055C038}"/>
    <dgm:cxn modelId="{3F5519F7-234A-483E-BEAD-5A75A0E5364C}" srcId="{BEFB3562-699A-4FBD-9FE2-8A151E1E4685}" destId="{B21954F9-D544-4C54-A118-79F82D88E38E}" srcOrd="4" destOrd="0" parTransId="{1C823446-15C6-48BD-A34E-4592945F7027}" sibTransId="{7A00AC2B-9959-4172-A7F5-75C90F1740E9}"/>
    <dgm:cxn modelId="{5398C339-EAF7-4011-9D71-A335B68183F5}" type="presParOf" srcId="{572EC4A9-76A3-4174-B2D9-317661A7F377}" destId="{1BB1FB56-B2FE-4C92-ABBB-3A601C2F679B}" srcOrd="0" destOrd="0" presId="urn:microsoft.com/office/officeart/2016/7/layout/BasicLinearProcessNumbered"/>
    <dgm:cxn modelId="{E8C7A4DC-D51C-491A-B83B-DE8761E7C0B6}" type="presParOf" srcId="{1BB1FB56-B2FE-4C92-ABBB-3A601C2F679B}" destId="{7B1C5F60-389D-4FB5-A1C7-84649AEEC33C}" srcOrd="0" destOrd="0" presId="urn:microsoft.com/office/officeart/2016/7/layout/BasicLinearProcessNumbered"/>
    <dgm:cxn modelId="{D1999A8C-1531-4C9F-9275-9A44DEA7591B}" type="presParOf" srcId="{1BB1FB56-B2FE-4C92-ABBB-3A601C2F679B}" destId="{5603BFFE-67FD-4AC7-9B18-CF8B07D68E63}" srcOrd="1" destOrd="0" presId="urn:microsoft.com/office/officeart/2016/7/layout/BasicLinearProcessNumbered"/>
    <dgm:cxn modelId="{E7460A4C-3185-408A-B125-2297481217DC}" type="presParOf" srcId="{1BB1FB56-B2FE-4C92-ABBB-3A601C2F679B}" destId="{C282986E-FD54-42AB-B9C2-E7BEF0CDFBAB}" srcOrd="2" destOrd="0" presId="urn:microsoft.com/office/officeart/2016/7/layout/BasicLinearProcessNumbered"/>
    <dgm:cxn modelId="{EA18824A-EA64-4F2E-A217-B6D33F82E1EC}" type="presParOf" srcId="{1BB1FB56-B2FE-4C92-ABBB-3A601C2F679B}" destId="{2C822C34-5C19-48AE-8B60-717E2B84BDB3}" srcOrd="3" destOrd="0" presId="urn:microsoft.com/office/officeart/2016/7/layout/BasicLinearProcessNumbered"/>
    <dgm:cxn modelId="{D7CC6525-0699-4E85-B726-33DD6E9B67D2}" type="presParOf" srcId="{572EC4A9-76A3-4174-B2D9-317661A7F377}" destId="{FED0D436-4C3E-48CC-BB8B-2701526057F7}" srcOrd="1" destOrd="0" presId="urn:microsoft.com/office/officeart/2016/7/layout/BasicLinearProcessNumbered"/>
    <dgm:cxn modelId="{CBA6867D-2BAE-496B-9C10-9EF2336B1C63}" type="presParOf" srcId="{572EC4A9-76A3-4174-B2D9-317661A7F377}" destId="{154750C6-FE02-4BB3-9724-F71ADC9D7CFD}" srcOrd="2" destOrd="0" presId="urn:microsoft.com/office/officeart/2016/7/layout/BasicLinearProcessNumbered"/>
    <dgm:cxn modelId="{A96B9F12-3AC7-422C-8875-415FDBDB56FA}" type="presParOf" srcId="{154750C6-FE02-4BB3-9724-F71ADC9D7CFD}" destId="{CFE02F57-AF6B-466D-9081-C6BEC44A6CE4}" srcOrd="0" destOrd="0" presId="urn:microsoft.com/office/officeart/2016/7/layout/BasicLinearProcessNumbered"/>
    <dgm:cxn modelId="{DA68FDB2-6F59-4889-AC0F-47C0D5A033D8}" type="presParOf" srcId="{154750C6-FE02-4BB3-9724-F71ADC9D7CFD}" destId="{879C968B-84C2-42C0-9870-F8C5D4418593}" srcOrd="1" destOrd="0" presId="urn:microsoft.com/office/officeart/2016/7/layout/BasicLinearProcessNumbered"/>
    <dgm:cxn modelId="{5B4280DF-70E8-498E-8175-D1F46D33C2EA}" type="presParOf" srcId="{154750C6-FE02-4BB3-9724-F71ADC9D7CFD}" destId="{B6004B06-D555-48CA-B3A8-7A7E36EBAC79}" srcOrd="2" destOrd="0" presId="urn:microsoft.com/office/officeart/2016/7/layout/BasicLinearProcessNumbered"/>
    <dgm:cxn modelId="{BB1D32BD-9D5C-4EAD-8FFF-8C54F6B0D646}" type="presParOf" srcId="{154750C6-FE02-4BB3-9724-F71ADC9D7CFD}" destId="{D093606C-B494-4AC5-B1AC-AEDA0980EAEA}" srcOrd="3" destOrd="0" presId="urn:microsoft.com/office/officeart/2016/7/layout/BasicLinearProcessNumbered"/>
    <dgm:cxn modelId="{3716AC53-114B-43B7-9A57-767238D97896}" type="presParOf" srcId="{572EC4A9-76A3-4174-B2D9-317661A7F377}" destId="{8F2B8CFB-D1D9-4A50-A7C2-4675FD1947A9}" srcOrd="3" destOrd="0" presId="urn:microsoft.com/office/officeart/2016/7/layout/BasicLinearProcessNumbered"/>
    <dgm:cxn modelId="{6D48A600-42E6-48FB-AB53-F6E1DA7092BC}" type="presParOf" srcId="{572EC4A9-76A3-4174-B2D9-317661A7F377}" destId="{CEBD47A4-625D-4CDD-991E-0397F4EACF25}" srcOrd="4" destOrd="0" presId="urn:microsoft.com/office/officeart/2016/7/layout/BasicLinearProcessNumbered"/>
    <dgm:cxn modelId="{6A13B654-EAB1-4BC1-949B-D3254E1D2541}" type="presParOf" srcId="{CEBD47A4-625D-4CDD-991E-0397F4EACF25}" destId="{E3632EB2-3A01-4AB5-985D-62BEF8723B4B}" srcOrd="0" destOrd="0" presId="urn:microsoft.com/office/officeart/2016/7/layout/BasicLinearProcessNumbered"/>
    <dgm:cxn modelId="{D7089D76-1A80-48BE-B43C-E361912F67CD}" type="presParOf" srcId="{CEBD47A4-625D-4CDD-991E-0397F4EACF25}" destId="{85DC7451-5CBC-40CB-BD4F-EA2FA1B3504B}" srcOrd="1" destOrd="0" presId="urn:microsoft.com/office/officeart/2016/7/layout/BasicLinearProcessNumbered"/>
    <dgm:cxn modelId="{160F87D3-63AA-4BC9-B41A-D15BC5357852}" type="presParOf" srcId="{CEBD47A4-625D-4CDD-991E-0397F4EACF25}" destId="{783DF421-8E4A-4468-AAD6-3BF3CE9F91CF}" srcOrd="2" destOrd="0" presId="urn:microsoft.com/office/officeart/2016/7/layout/BasicLinearProcessNumbered"/>
    <dgm:cxn modelId="{04147DF5-65BC-496D-B62F-BFF0DA10DBCD}" type="presParOf" srcId="{CEBD47A4-625D-4CDD-991E-0397F4EACF25}" destId="{6F4FA0F1-0330-40ED-9A14-000C690A8BE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FDD17-6C45-4B5B-9CB0-2DEA605543CA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0CCD1-87D9-4F8C-A7D7-A48A2D9151F0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Dataset contains information of 1997 used car sales.</a:t>
          </a:r>
          <a:endParaRPr lang="en-US" sz="2700" kern="1200" dirty="0"/>
        </a:p>
      </dsp:txBody>
      <dsp:txXfrm>
        <a:off x="383617" y="1447754"/>
        <a:ext cx="2847502" cy="1768010"/>
      </dsp:txXfrm>
    </dsp:sp>
    <dsp:sp modelId="{C932D0A7-47E5-4D7C-B1D6-8D6D4913CF66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E00B0-7EAF-4B92-A250-B57F60ED9D4C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It had 1 duplicate row.</a:t>
          </a:r>
          <a:endParaRPr lang="en-US" sz="2700" kern="1200"/>
        </a:p>
      </dsp:txBody>
      <dsp:txXfrm>
        <a:off x="3998355" y="1447754"/>
        <a:ext cx="2847502" cy="1768010"/>
      </dsp:txXfrm>
    </dsp:sp>
    <dsp:sp modelId="{C11B3CEC-85CC-494E-81BC-90515A0F17C3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69856C-FB32-4D70-9192-327E55643CE3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Initially 717 blank/empty values.</a:t>
          </a:r>
          <a:endParaRPr lang="en-US" sz="2700" kern="1200"/>
        </a:p>
      </dsp:txBody>
      <dsp:txXfrm>
        <a:off x="7613092" y="1447754"/>
        <a:ext cx="2847502" cy="1768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4E079-D872-4CFD-9A96-CF031AD7DD2E}">
      <dsp:nvSpPr>
        <dsp:cNvPr id="0" name=""/>
        <dsp:cNvSpPr/>
      </dsp:nvSpPr>
      <dsp:spPr>
        <a:xfrm>
          <a:off x="580157" y="1351"/>
          <a:ext cx="2072952" cy="1243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 dirty="0"/>
            <a:t>Diesel &amp; Petrol</a:t>
          </a:r>
          <a:r>
            <a:rPr lang="en-AU" sz="1500" kern="1200" dirty="0"/>
            <a:t>: Most cars are diesel or petrol. Petrol cars show more variability, with some very high prices.</a:t>
          </a:r>
          <a:endParaRPr lang="en-US" sz="1500" kern="1200" dirty="0"/>
        </a:p>
      </dsp:txBody>
      <dsp:txXfrm>
        <a:off x="580157" y="1351"/>
        <a:ext cx="2072952" cy="1243771"/>
      </dsp:txXfrm>
    </dsp:sp>
    <dsp:sp modelId="{34011039-7950-407C-9BCF-F166EE4F9054}">
      <dsp:nvSpPr>
        <dsp:cNvPr id="0" name=""/>
        <dsp:cNvSpPr/>
      </dsp:nvSpPr>
      <dsp:spPr>
        <a:xfrm>
          <a:off x="2860405" y="1351"/>
          <a:ext cx="2072952" cy="1243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/>
            <a:t>Hybrid Vehicles</a:t>
          </a:r>
          <a:r>
            <a:rPr lang="en-AU" sz="1500" kern="1200"/>
            <a:t>: Higher median selling prices, indicating a premium value.</a:t>
          </a:r>
          <a:endParaRPr lang="en-US" sz="1500" kern="1200"/>
        </a:p>
      </dsp:txBody>
      <dsp:txXfrm>
        <a:off x="2860405" y="1351"/>
        <a:ext cx="2072952" cy="1243771"/>
      </dsp:txXfrm>
    </dsp:sp>
    <dsp:sp modelId="{2A406701-4687-4B43-895B-C43C55970470}">
      <dsp:nvSpPr>
        <dsp:cNvPr id="0" name=""/>
        <dsp:cNvSpPr/>
      </dsp:nvSpPr>
      <dsp:spPr>
        <a:xfrm>
          <a:off x="580157" y="1452418"/>
          <a:ext cx="2072952" cy="1243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/>
            <a:t>Other Fuel Types</a:t>
          </a:r>
          <a:r>
            <a:rPr lang="en-AU" sz="1500" kern="1200"/>
            <a:t>: CNG, LPG, and electric vehicles have lower and more consistent prices.</a:t>
          </a:r>
          <a:endParaRPr lang="en-US" sz="1500" kern="1200"/>
        </a:p>
      </dsp:txBody>
      <dsp:txXfrm>
        <a:off x="580157" y="1452418"/>
        <a:ext cx="2072952" cy="1243771"/>
      </dsp:txXfrm>
    </dsp:sp>
    <dsp:sp modelId="{92C98CAB-872D-4F6B-9F2A-E7A1DC956B15}">
      <dsp:nvSpPr>
        <dsp:cNvPr id="0" name=""/>
        <dsp:cNvSpPr/>
      </dsp:nvSpPr>
      <dsp:spPr>
        <a:xfrm>
          <a:off x="2860405" y="1452418"/>
          <a:ext cx="2072952" cy="1243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 dirty="0"/>
            <a:t>Business Insight </a:t>
          </a:r>
          <a:r>
            <a:rPr lang="en-AU" sz="1500" b="1" kern="1200" dirty="0">
              <a:sym typeface="Wingdings" panose="05000000000000000000" pitchFamily="2" charset="2"/>
            </a:rPr>
            <a:t></a:t>
          </a:r>
          <a:endParaRPr lang="en-US" sz="1500" kern="1200" dirty="0"/>
        </a:p>
      </dsp:txBody>
      <dsp:txXfrm>
        <a:off x="2860405" y="1452418"/>
        <a:ext cx="2072952" cy="1243771"/>
      </dsp:txXfrm>
    </dsp:sp>
    <dsp:sp modelId="{D2561EF3-2B32-46E1-AB83-3BA3BFBC3CE3}">
      <dsp:nvSpPr>
        <dsp:cNvPr id="0" name=""/>
        <dsp:cNvSpPr/>
      </dsp:nvSpPr>
      <dsp:spPr>
        <a:xfrm>
          <a:off x="580157" y="2903484"/>
          <a:ext cx="2072952" cy="1243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/>
            <a:t>Focus on Hybrids</a:t>
          </a:r>
          <a:r>
            <a:rPr lang="en-AU" sz="1500" kern="1200"/>
            <a:t>: High resale potential.</a:t>
          </a:r>
          <a:endParaRPr lang="en-US" sz="1500" kern="1200"/>
        </a:p>
      </dsp:txBody>
      <dsp:txXfrm>
        <a:off x="580157" y="2903484"/>
        <a:ext cx="2072952" cy="1243771"/>
      </dsp:txXfrm>
    </dsp:sp>
    <dsp:sp modelId="{6EEA131B-EF7D-4529-9EE1-5D4583858BF2}">
      <dsp:nvSpPr>
        <dsp:cNvPr id="0" name=""/>
        <dsp:cNvSpPr/>
      </dsp:nvSpPr>
      <dsp:spPr>
        <a:xfrm>
          <a:off x="2860405" y="2903484"/>
          <a:ext cx="2072952" cy="1243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/>
            <a:t>Market Strategy</a:t>
          </a:r>
          <a:r>
            <a:rPr lang="en-AU" sz="1500" kern="1200"/>
            <a:t>: Consider affordability factors for CNG and electric vehicles.</a:t>
          </a:r>
          <a:endParaRPr lang="en-US" sz="1500" kern="1200"/>
        </a:p>
      </dsp:txBody>
      <dsp:txXfrm>
        <a:off x="2860405" y="2903484"/>
        <a:ext cx="2072952" cy="12437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2F1E6-202D-4E4A-A07E-F015B91A9A64}">
      <dsp:nvSpPr>
        <dsp:cNvPr id="0" name=""/>
        <dsp:cNvSpPr/>
      </dsp:nvSpPr>
      <dsp:spPr>
        <a:xfrm>
          <a:off x="0" y="57436"/>
          <a:ext cx="5415280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Graph Explanation</a:t>
          </a:r>
          <a:r>
            <a:rPr lang="en-GB" sz="1300" kern="1200"/>
            <a:t>:</a:t>
          </a:r>
          <a:endParaRPr lang="en-US" sz="1300" kern="1200"/>
        </a:p>
      </dsp:txBody>
      <dsp:txXfrm>
        <a:off x="25337" y="82773"/>
        <a:ext cx="5364606" cy="468367"/>
      </dsp:txXfrm>
    </dsp:sp>
    <dsp:sp modelId="{DE9AAE78-4014-46F4-B156-C9F38B5269B7}">
      <dsp:nvSpPr>
        <dsp:cNvPr id="0" name=""/>
        <dsp:cNvSpPr/>
      </dsp:nvSpPr>
      <dsp:spPr>
        <a:xfrm>
          <a:off x="0" y="613917"/>
          <a:ext cx="5415280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Automatic vs. Manual</a:t>
          </a:r>
          <a:r>
            <a:rPr lang="en-GB" sz="1300" kern="1200"/>
            <a:t>: Automatic cars have a much higher total selling price compared to manual cars.</a:t>
          </a:r>
          <a:endParaRPr lang="en-US" sz="1300" kern="1200"/>
        </a:p>
      </dsp:txBody>
      <dsp:txXfrm>
        <a:off x="25337" y="639254"/>
        <a:ext cx="5364606" cy="468367"/>
      </dsp:txXfrm>
    </dsp:sp>
    <dsp:sp modelId="{FAE189E5-94B0-4A26-BF38-EFC7AD3E6A6A}">
      <dsp:nvSpPr>
        <dsp:cNvPr id="0" name=""/>
        <dsp:cNvSpPr/>
      </dsp:nvSpPr>
      <dsp:spPr>
        <a:xfrm>
          <a:off x="0" y="1170398"/>
          <a:ext cx="5415280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Key Insight</a:t>
          </a:r>
          <a:r>
            <a:rPr lang="en-GB" sz="1300" kern="1200"/>
            <a:t>: This suggests a stronger market demand or higher value associated with automatic transmission vehicles.</a:t>
          </a:r>
          <a:endParaRPr lang="en-US" sz="1300" kern="1200"/>
        </a:p>
      </dsp:txBody>
      <dsp:txXfrm>
        <a:off x="25337" y="1195735"/>
        <a:ext cx="5364606" cy="468367"/>
      </dsp:txXfrm>
    </dsp:sp>
    <dsp:sp modelId="{A8B33D87-3706-4D43-9AF5-6DB581B7E410}">
      <dsp:nvSpPr>
        <dsp:cNvPr id="0" name=""/>
        <dsp:cNvSpPr/>
      </dsp:nvSpPr>
      <dsp:spPr>
        <a:xfrm>
          <a:off x="0" y="1726880"/>
          <a:ext cx="5415280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Business Insight</a:t>
          </a:r>
          <a:r>
            <a:rPr lang="en-GB" sz="1300" kern="1200"/>
            <a:t>:</a:t>
          </a:r>
          <a:endParaRPr lang="en-US" sz="1300" kern="1200"/>
        </a:p>
      </dsp:txBody>
      <dsp:txXfrm>
        <a:off x="25337" y="1752217"/>
        <a:ext cx="5364606" cy="468367"/>
      </dsp:txXfrm>
    </dsp:sp>
    <dsp:sp modelId="{8BBC03F1-CFEF-48BB-918C-8D7BD1AE2C84}">
      <dsp:nvSpPr>
        <dsp:cNvPr id="0" name=""/>
        <dsp:cNvSpPr/>
      </dsp:nvSpPr>
      <dsp:spPr>
        <a:xfrm>
          <a:off x="0" y="2283361"/>
          <a:ext cx="5415280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Investment Strategy</a:t>
          </a:r>
          <a:r>
            <a:rPr lang="en-GB" sz="1300" kern="1200"/>
            <a:t>: Prioritize purchasing automatic cars to maximize sales revenue.</a:t>
          </a:r>
          <a:endParaRPr lang="en-US" sz="1300" kern="1200"/>
        </a:p>
      </dsp:txBody>
      <dsp:txXfrm>
        <a:off x="25337" y="2308698"/>
        <a:ext cx="5364606" cy="468367"/>
      </dsp:txXfrm>
    </dsp:sp>
    <dsp:sp modelId="{A7B17743-6A46-4F2D-8FA3-F600A45EEDA7}">
      <dsp:nvSpPr>
        <dsp:cNvPr id="0" name=""/>
        <dsp:cNvSpPr/>
      </dsp:nvSpPr>
      <dsp:spPr>
        <a:xfrm>
          <a:off x="0" y="2839842"/>
          <a:ext cx="5415280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Market Analysis</a:t>
          </a:r>
          <a:r>
            <a:rPr lang="en-GB" sz="1300" kern="1200"/>
            <a:t>: Continue monitoring trends to adapt to changing preferences between transmission types.</a:t>
          </a:r>
          <a:endParaRPr lang="en-US" sz="1300" kern="1200"/>
        </a:p>
      </dsp:txBody>
      <dsp:txXfrm>
        <a:off x="25337" y="2865179"/>
        <a:ext cx="5364606" cy="4683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C5F60-389D-4FB5-A1C7-84649AEEC33C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1. Selling Price vs. Kilometres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Multiple R</a:t>
          </a:r>
          <a:r>
            <a:rPr lang="en-GB" sz="1200" kern="1200"/>
            <a:t>: 0.15 (weak correlation)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 dirty="0"/>
            <a:t>R Square</a:t>
          </a:r>
          <a:r>
            <a:rPr lang="en-GB" sz="1200" kern="1200" dirty="0"/>
            <a:t>: 0.02 (only 2.2% of price variation explained)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Significance F</a:t>
          </a:r>
          <a:r>
            <a:rPr lang="en-GB" sz="1200" kern="1200"/>
            <a:t>: 3.14E-11 (model is statistically significant)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 dirty="0"/>
            <a:t>Coefficient</a:t>
          </a:r>
          <a:r>
            <a:rPr lang="en-GB" sz="1200" kern="1200" dirty="0"/>
            <a:t>: -6.07 INR per kilometre (selling price decreases slightly with more kilometres)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P-value</a:t>
          </a:r>
          <a:r>
            <a:rPr lang="en-GB" sz="1200" kern="1200"/>
            <a:t>: 3.14E-11 (highly significant)</a:t>
          </a:r>
          <a:endParaRPr lang="en-US" sz="1200" kern="1200"/>
        </a:p>
      </dsp:txBody>
      <dsp:txXfrm>
        <a:off x="0" y="1653508"/>
        <a:ext cx="3286125" cy="2610802"/>
      </dsp:txXfrm>
    </dsp:sp>
    <dsp:sp modelId="{5603BFFE-67FD-4AC7-9B18-CF8B07D68E63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C282986E-FD54-42AB-B9C2-E7BEF0CDFBAB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E02F57-AF6B-466D-9081-C6BEC44A6CE4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2. Selling Price vs. Car Age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Multiple R</a:t>
          </a:r>
          <a:r>
            <a:rPr lang="en-GB" sz="1200" kern="1200"/>
            <a:t>: 0.32 (moderate correlation)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R Square</a:t>
          </a:r>
          <a:r>
            <a:rPr lang="en-GB" sz="1200" kern="1200"/>
            <a:t>: 0.10 (10.2% of price variation explained)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Significance F</a:t>
          </a:r>
          <a:r>
            <a:rPr lang="en-GB" sz="1200" kern="1200"/>
            <a:t>: 9.31E-49 (model is highly significant)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Coefficient</a:t>
          </a:r>
          <a:r>
            <a:rPr lang="en-GB" sz="1200" kern="1200"/>
            <a:t>: -226,340.50 INR per year (price drops significantly with car age)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P-value</a:t>
          </a:r>
          <a:r>
            <a:rPr lang="en-GB" sz="1200" kern="1200"/>
            <a:t>: 9.31E-49 (extremely significant)</a:t>
          </a:r>
          <a:endParaRPr lang="en-US" sz="1200" kern="1200"/>
        </a:p>
      </dsp:txBody>
      <dsp:txXfrm>
        <a:off x="3614737" y="1653508"/>
        <a:ext cx="3286125" cy="2610802"/>
      </dsp:txXfrm>
    </dsp:sp>
    <dsp:sp modelId="{879C968B-84C2-42C0-9870-F8C5D4418593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B6004B06-D555-48CA-B3A8-7A7E36EBAC79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632EB2-3A01-4AB5-985D-62BEF8723B4B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3. Insights: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Kilometres</a:t>
          </a:r>
          <a:r>
            <a:rPr lang="en-GB" sz="1200" kern="1200"/>
            <a:t>: Weak impact on selling price, but still statistically significant.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/>
            <a:t>Car Age</a:t>
          </a:r>
          <a:r>
            <a:rPr lang="en-GB" sz="1200" kern="1200"/>
            <a:t>: Stronger negative impact, suggesting that age is a more influential factor in determining price.</a:t>
          </a:r>
          <a:endParaRPr lang="en-US" sz="1200" kern="1200"/>
        </a:p>
      </dsp:txBody>
      <dsp:txXfrm>
        <a:off x="7229475" y="1653508"/>
        <a:ext cx="3286125" cy="2610802"/>
      </dsp:txXfrm>
    </dsp:sp>
    <dsp:sp modelId="{85DC7451-5CBC-40CB-BD4F-EA2FA1B3504B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783DF421-8E4A-4468-AAD6-3BF3CE9F91CF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4D7DE-8298-4FD2-A7AB-F6AD2E33FB81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D6C21-BD1A-41D1-99B4-8C53898B26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839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D6C21-BD1A-41D1-99B4-8C53898B26E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4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D6C21-BD1A-41D1-99B4-8C53898B26E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93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D6C21-BD1A-41D1-99B4-8C53898B26E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986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C3AD-ED9C-266B-0C5A-A0FEEB275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9A701-3FC6-B01D-934E-4CA9B809C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FCA47-5477-3E39-146E-ADF4B734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C96BD-276D-14F6-2D78-87E66813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FCF84-31D9-B540-6B12-DCE20665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67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E92D-BF5D-0F5B-A1F5-6C7B4A28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F91AD-8A23-D207-B133-03A084F24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25F49-66C9-C84E-D774-EA134C6E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82D9E-0337-8FAC-060D-F55A7EBD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4C4A-0A4A-1856-464C-C2AF7251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991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DF88-8621-3AED-AC8F-458A04E1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F7115-D402-765B-F2D9-A542E31EC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0174-471B-D84F-2BA0-ADFF2D31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0C16-96BD-0C5D-F5C7-AE4328AE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EB300-400F-76B4-8366-96D10564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2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728C-54A1-FCA6-8380-855FFED4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66DF-BFF5-567A-CDCE-3C3CDCC1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F873C-AC9F-ECA7-9143-4DB024792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1CC6A-92C7-45EE-E49B-767E0BC5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FAC55-5C37-D4F1-CEB3-84B7725D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48ADC-6BEF-7E1F-74BE-258CBCE6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49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9B55-56DB-B61E-63E6-5CCE040B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22673-E53C-CDC1-2CE5-DC5B655E4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0DB89-CF8F-402E-9A92-6181408D1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59B8A-DE69-32AD-12E1-BEF6AC899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7E6A2-AA99-B806-B904-241E5F3D7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730FA-76E8-A46F-BFB2-89072C84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DF2A2-CCD3-395B-B539-6E8321DB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5F94D-BE65-80D8-375E-C7CE0ED4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29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0445-038C-3C55-09BD-35B26E3D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AFF35-ADB1-D731-0EFC-E44876548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C0CF7-58BB-5D16-8973-204B363C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B19EB-D6AE-87A1-A44F-CCEA7595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51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DDAEE-4357-6896-0AB7-91C2761B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32551-F6EF-0DA5-53E6-3CF7DACE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F2D69-8180-086B-316A-C8A37631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37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FBE4-86D8-5D90-5762-F8152924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7607-5EEE-340D-B4E7-6BDDD5F91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FCEEE-87F5-D7B6-5ECB-018EB087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93C3F-BE8C-6225-8BC8-43F71979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22A9-9DC5-FB95-C34E-BE8C24B2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3D2B0-0383-B339-5486-C7CB9DF9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50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D951-4855-D8B4-D2F3-3A028A980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CBA94-3917-CB24-CFA1-841CE0007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C01F4-28A3-2F45-17CB-928B5424A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10C43-F3D3-CF94-59AA-4AEDCFDF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30BF2-9C45-1F6F-94EF-8A54A3A7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49066-A482-7B39-A8A8-DFC8B580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32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05EB-EA76-C0CC-3FA0-9F1BFA24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6BBDA-A39C-2732-4A1C-7DEC5F0FC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5750C-D6CE-5DE2-14B1-E3FB581D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DF345-ADBB-845F-85FD-2D3FCEC4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50AD-B6AB-1845-6418-261561A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47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66B65-5F98-B56B-4C6D-67734B98D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35BE5-36CE-6EB4-6E53-DBA56D637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96F2F-E07A-01F6-1896-EE8D63947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72F27-1E18-B33E-DE8B-A7F56A79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BB70F-2A5F-B6CE-8590-0C941417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64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96976-C30C-5CFC-C086-BD808837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537C7-4666-FEBD-4D0F-98349BB77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3C2C6-9E9F-9E95-88A3-38E9DAA1E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FC4D7-DC0F-4795-A524-E89C0EDA113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4998C-7624-281D-20AF-67CB7CDB0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F948A-6C44-16F1-78EF-4C033789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81E0C-89E5-48BA-AEB9-A61122D0A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116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71D3-78F6-8A46-8FBA-8C6DF49DA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701799"/>
            <a:ext cx="4781147" cy="2971801"/>
          </a:xfrm>
        </p:spPr>
        <p:txBody>
          <a:bodyPr>
            <a:noAutofit/>
          </a:bodyPr>
          <a:lstStyle/>
          <a:p>
            <a:br>
              <a:rPr lang="en-A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Analysis, Prediction and Communication</a:t>
            </a:r>
            <a:br>
              <a:rPr lang="en-A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4093E-1000-23DC-6A2F-F898A18D0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4087707"/>
            <a:ext cx="4816572" cy="19473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A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AU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A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>
              <a:lnSpc>
                <a:spcPct val="90000"/>
              </a:lnSpc>
            </a:pPr>
            <a:r>
              <a:rPr lang="en-A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Rahul Aryan Rajashekhar</a:t>
            </a:r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C88BA84F-697C-96BB-510E-A45B3230E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56" r="-2" b="-2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62240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293C-E277-0EDC-787A-52E6135E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Overview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EEFF4A4-2182-B433-D066-DE9B3298DD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6194242"/>
              </p:ext>
            </p:extLst>
          </p:nvPr>
        </p:nvGraphicFramePr>
        <p:xfrm>
          <a:off x="838200" y="1027906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31A52C-6E5D-9EF8-356D-D0086744A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483599"/>
              </p:ext>
            </p:extLst>
          </p:nvPr>
        </p:nvGraphicFramePr>
        <p:xfrm>
          <a:off x="1097280" y="4966494"/>
          <a:ext cx="9258049" cy="86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1840">
                  <a:extLst>
                    <a:ext uri="{9D8B030D-6E8A-4147-A177-3AD203B41FA5}">
                      <a16:colId xmlns:a16="http://schemas.microsoft.com/office/drawing/2014/main" val="6179067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0633848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75320095"/>
                    </a:ext>
                  </a:extLst>
                </a:gridCol>
                <a:gridCol w="1255194">
                  <a:extLst>
                    <a:ext uri="{9D8B030D-6E8A-4147-A177-3AD203B41FA5}">
                      <a16:colId xmlns:a16="http://schemas.microsoft.com/office/drawing/2014/main" val="2776670084"/>
                    </a:ext>
                  </a:extLst>
                </a:gridCol>
                <a:gridCol w="970040">
                  <a:extLst>
                    <a:ext uri="{9D8B030D-6E8A-4147-A177-3AD203B41FA5}">
                      <a16:colId xmlns:a16="http://schemas.microsoft.com/office/drawing/2014/main" val="1011820148"/>
                    </a:ext>
                  </a:extLst>
                </a:gridCol>
                <a:gridCol w="587130">
                  <a:extLst>
                    <a:ext uri="{9D8B030D-6E8A-4147-A177-3AD203B41FA5}">
                      <a16:colId xmlns:a16="http://schemas.microsoft.com/office/drawing/2014/main" val="3673696422"/>
                    </a:ext>
                  </a:extLst>
                </a:gridCol>
                <a:gridCol w="867931">
                  <a:extLst>
                    <a:ext uri="{9D8B030D-6E8A-4147-A177-3AD203B41FA5}">
                      <a16:colId xmlns:a16="http://schemas.microsoft.com/office/drawing/2014/main" val="98603792"/>
                    </a:ext>
                  </a:extLst>
                </a:gridCol>
                <a:gridCol w="1557168">
                  <a:extLst>
                    <a:ext uri="{9D8B030D-6E8A-4147-A177-3AD203B41FA5}">
                      <a16:colId xmlns:a16="http://schemas.microsoft.com/office/drawing/2014/main" val="228879228"/>
                    </a:ext>
                  </a:extLst>
                </a:gridCol>
                <a:gridCol w="1480586">
                  <a:extLst>
                    <a:ext uri="{9D8B030D-6E8A-4147-A177-3AD203B41FA5}">
                      <a16:colId xmlns:a16="http://schemas.microsoft.com/office/drawing/2014/main" val="1833022597"/>
                    </a:ext>
                  </a:extLst>
                </a:gridCol>
              </a:tblGrid>
              <a:tr h="440612"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Petrol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Diesel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CNG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CNG + CNG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Electric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LPG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Hybrid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Petrol + CNG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u="none" strike="noStrike" dirty="0">
                          <a:effectLst/>
                        </a:rPr>
                        <a:t>Petrol + LPG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1894308"/>
                  </a:ext>
                </a:extLst>
              </a:tr>
              <a:tr h="422988"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>
                          <a:effectLst/>
                        </a:rPr>
                        <a:t>910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1018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50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7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u="none" strike="noStrike" dirty="0">
                          <a:effectLst/>
                        </a:rPr>
                        <a:t>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576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82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32EACC-D7AE-012E-BF8F-2018AFB0F731}"/>
              </a:ext>
            </a:extLst>
          </p:cNvPr>
          <p:cNvSpPr txBox="1"/>
          <p:nvPr/>
        </p:nvSpPr>
        <p:spPr>
          <a:xfrm>
            <a:off x="411480" y="30056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Statistics: Selling Price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2010B9-7722-E123-B3BF-BC29983FCEEB}"/>
              </a:ext>
            </a:extLst>
          </p:cNvPr>
          <p:cNvSpPr txBox="1"/>
          <p:nvPr/>
        </p:nvSpPr>
        <p:spPr>
          <a:xfrm>
            <a:off x="411480" y="13632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Mean (₹1,663,665.79): </a:t>
            </a:r>
            <a:r>
              <a:rPr lang="en-US" sz="1400" dirty="0"/>
              <a:t>Average selling price, affected by high values.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Median (₹819,999): </a:t>
            </a:r>
            <a:r>
              <a:rPr lang="en-US" sz="1400" dirty="0"/>
              <a:t>Middle value, showing that half of the prices are below this.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Mode (₹425,000): </a:t>
            </a:r>
            <a:r>
              <a:rPr lang="en-US" sz="1400" dirty="0"/>
              <a:t>Most frequently occurring selling price.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Standard Deviation (₹2,382,432.04): </a:t>
            </a:r>
            <a:r>
              <a:rPr lang="en-US" sz="1400" dirty="0"/>
              <a:t>Indicates wide variability in prices.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Range (₹34,951,000): </a:t>
            </a:r>
            <a:r>
              <a:rPr lang="en-US" sz="1400" dirty="0"/>
              <a:t>Difference between the highest and lowest prices.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Skewness (5.16): </a:t>
            </a:r>
            <a:r>
              <a:rPr lang="en-US" sz="1400" dirty="0"/>
              <a:t>Right-skewed distribution, with very high prices.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</a:t>
            </a:r>
            <a:r>
              <a:rPr lang="en-US" sz="1400" b="1" dirty="0"/>
              <a:t>Kurtosis (43.51): </a:t>
            </a:r>
            <a:r>
              <a:rPr lang="en-US" sz="1400" dirty="0"/>
              <a:t>Heavy-tailed distribution, suggesting extreme outliers.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96818F-D55B-A623-EBCF-AB93E02CB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71945"/>
              </p:ext>
            </p:extLst>
          </p:nvPr>
        </p:nvGraphicFramePr>
        <p:xfrm>
          <a:off x="5969985" y="625683"/>
          <a:ext cx="5272087" cy="5551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7870">
                  <a:extLst>
                    <a:ext uri="{9D8B030D-6E8A-4147-A177-3AD203B41FA5}">
                      <a16:colId xmlns:a16="http://schemas.microsoft.com/office/drawing/2014/main" val="2529607434"/>
                    </a:ext>
                  </a:extLst>
                </a:gridCol>
                <a:gridCol w="2334217">
                  <a:extLst>
                    <a:ext uri="{9D8B030D-6E8A-4147-A177-3AD203B41FA5}">
                      <a16:colId xmlns:a16="http://schemas.microsoft.com/office/drawing/2014/main" val="712176577"/>
                    </a:ext>
                  </a:extLst>
                </a:gridCol>
              </a:tblGrid>
              <a:tr h="3678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Column1</a:t>
                      </a:r>
                      <a:endParaRPr lang="en-AU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872476"/>
                  </a:ext>
                </a:extLst>
              </a:tr>
              <a:tr h="401372">
                <a:tc>
                  <a:txBody>
                    <a:bodyPr/>
                    <a:lstStyle/>
                    <a:p>
                      <a:pPr algn="l" fontAlgn="b"/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2313710611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Mean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1663665.785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586871648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Standard Error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53326.15285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1650944907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Median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819999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1500730317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Mode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425000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4007800566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Standard Deviation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2382432.043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2176233695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Sample Variance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5.67598E+12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1004914348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Kurtosis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43.51119705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3598819207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Skewness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5.162770226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3066401825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Range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34951000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857049933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Minimum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49000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725005466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Maximum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>
                          <a:effectLst/>
                        </a:rPr>
                        <a:t>35000000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1674937673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Sum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 dirty="0">
                          <a:effectLst/>
                        </a:rPr>
                        <a:t>3320676907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2781973739"/>
                  </a:ext>
                </a:extLst>
              </a:tr>
              <a:tr h="367851"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Count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600" u="none" strike="noStrike" dirty="0">
                          <a:effectLst/>
                        </a:rPr>
                        <a:t>1996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2" marR="13232" marT="13232" marB="0" anchor="b"/>
                </a:tc>
                <a:extLst>
                  <a:ext uri="{0D108BD9-81ED-4DB2-BD59-A6C34878D82A}">
                    <a16:rowId xmlns:a16="http://schemas.microsoft.com/office/drawing/2014/main" val="432234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47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BAE5-C6B7-6451-27F7-769EF468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Selling Price vs Kilomet</a:t>
            </a:r>
            <a:r>
              <a:rPr lang="en-US" b="1" dirty="0"/>
              <a:t>er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775F34-200C-A87D-0742-6C5B5638F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4692"/>
              </p:ext>
            </p:extLst>
          </p:nvPr>
        </p:nvGraphicFramePr>
        <p:xfrm>
          <a:off x="6719367" y="2184914"/>
          <a:ext cx="4788505" cy="3755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5A9D39-CF11-3EDC-D412-52FD2AD02E8B}"/>
              </a:ext>
            </a:extLst>
          </p:cNvPr>
          <p:cNvSpPr txBox="1"/>
          <p:nvPr/>
        </p:nvSpPr>
        <p:spPr>
          <a:xfrm>
            <a:off x="1137034" y="2198362"/>
            <a:ext cx="4958966" cy="3917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Inverse Relationship</a:t>
            </a:r>
            <a:r>
              <a:rPr lang="en-US" sz="2000" dirty="0"/>
              <a:t>: As kilometers driven increase, the selling price generally decreases.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Rapid Depreciation</a:t>
            </a:r>
            <a:r>
              <a:rPr lang="en-US" sz="2000" dirty="0"/>
              <a:t>: There is a steep decline in price at lower kilometers, indicating cars lose value quickly with initial use.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Business Insight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Strategy</a:t>
            </a:r>
            <a:r>
              <a:rPr lang="en-US" sz="2000" dirty="0"/>
              <a:t>: Focus on acquiring cars with lower kilometers to maximize resale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43809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84D1-D8BF-449F-B7D9-80D727B5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Selling Price vs Fuel Type</a:t>
            </a:r>
            <a:endParaRPr lang="en-A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4085FA-BC84-95C8-91A4-BCEC6120F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583" y="2025287"/>
            <a:ext cx="6537548" cy="3247753"/>
          </a:xfrm>
        </p:spPr>
      </p:pic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9F2A1ED6-2FAB-EF2C-DE26-C7453F00BF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5653699"/>
              </p:ext>
            </p:extLst>
          </p:nvPr>
        </p:nvGraphicFramePr>
        <p:xfrm>
          <a:off x="6788573" y="1605281"/>
          <a:ext cx="5513515" cy="4148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126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6E135-C93F-D20E-B893-04F8FFBE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Selling Price vs Age of the Car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70CC09-2AED-3AA8-DEB1-560E2F6FC451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Graph Explanation</a:t>
            </a:r>
            <a:r>
              <a:rPr lang="en-US" sz="140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Inverse Relationship</a:t>
            </a:r>
            <a:r>
              <a:rPr lang="en-US" sz="1400"/>
              <a:t>: Selling price decreases as car age increases.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Steep Depreciation</a:t>
            </a:r>
            <a:r>
              <a:rPr lang="en-US" sz="1400"/>
              <a:t>: Significant price drop in the first few years, then a slower decline.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High-Value Outliers</a:t>
            </a:r>
            <a:r>
              <a:rPr lang="en-US" sz="1400"/>
              <a:t>: Some older cars maintain higher prices, possibly due to rarity or special features.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Business Insight</a:t>
            </a:r>
            <a:r>
              <a:rPr lang="en-US" sz="140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Strategic Focus</a:t>
            </a:r>
            <a:r>
              <a:rPr lang="en-US" sz="1400"/>
              <a:t>: Prioritize newer cars to maximize resale value.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Explore Opportunities</a:t>
            </a:r>
            <a:r>
              <a:rPr lang="en-US" sz="1400"/>
              <a:t>: Investigate older, high-value models for potential profitable investments.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B9C059-F27D-5971-747B-C3B8DC233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5457" y="1825146"/>
            <a:ext cx="6155141" cy="323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0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E4AE-2188-D7DC-F3BA-669FEF31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 of Selling Price by Transmission</a:t>
            </a:r>
            <a:endParaRPr lang="en-AU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576B903-2D3C-C911-6B2C-6269F94CE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425" y="2431633"/>
            <a:ext cx="5848350" cy="2905125"/>
          </a:xfrm>
        </p:spPr>
      </p:pic>
      <p:graphicFrame>
        <p:nvGraphicFramePr>
          <p:cNvPr id="20" name="TextBox 13">
            <a:extLst>
              <a:ext uri="{FF2B5EF4-FFF2-40B4-BE49-F238E27FC236}">
                <a16:creationId xmlns:a16="http://schemas.microsoft.com/office/drawing/2014/main" id="{8979A054-3363-02D1-6FD9-560B60C67419}"/>
              </a:ext>
            </a:extLst>
          </p:cNvPr>
          <p:cNvGraphicFramePr/>
          <p:nvPr/>
        </p:nvGraphicFramePr>
        <p:xfrm>
          <a:off x="6461760" y="2431633"/>
          <a:ext cx="5415280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42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EAF4-B0EB-8E1D-E1FA-E2D258C17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132"/>
            <a:ext cx="8580120" cy="1330839"/>
          </a:xfrm>
        </p:spPr>
        <p:txBody>
          <a:bodyPr>
            <a:normAutofit/>
          </a:bodyPr>
          <a:lstStyle/>
          <a:p>
            <a:r>
              <a:rPr lang="en-GB" sz="2800" b="1" dirty="0"/>
              <a:t>Correlation Analysis: Selling Price vs Various Factors</a:t>
            </a:r>
            <a:endParaRPr lang="en-AU" sz="2800" b="1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C29983C-2C25-54DC-126E-B03E16F91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862"/>
            <a:ext cx="5979160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u="sng" dirty="0"/>
              <a:t>Key Correlation Values</a:t>
            </a:r>
            <a:r>
              <a:rPr lang="en-GB" sz="1400" u="sng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Kilometres (-0.15)</a:t>
            </a:r>
            <a:r>
              <a:rPr lang="en-GB" sz="1400" dirty="0"/>
              <a:t>: Weak negative correlation; selling price slightly decreases as kilometres increase.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Car Age (-0.32)</a:t>
            </a:r>
            <a:r>
              <a:rPr lang="en-GB" sz="1400" dirty="0"/>
              <a:t>: Moderate negative correlation; older cars have lower selling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Length (0.55)</a:t>
            </a:r>
            <a:r>
              <a:rPr lang="en-GB" sz="1400" dirty="0"/>
              <a:t>: Moderate positive correlation; longer cars are generally more valuable.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Fuel Tank (0.58)</a:t>
            </a:r>
            <a:r>
              <a:rPr lang="en-GB" sz="1400" dirty="0"/>
              <a:t>: Strong positive correlation; larger fuel tanks are associated with higher selling prices.</a:t>
            </a:r>
          </a:p>
          <a:p>
            <a:pPr marL="0" indent="0">
              <a:buNone/>
            </a:pPr>
            <a:r>
              <a:rPr lang="en-GB" sz="1400" b="1" u="sng" dirty="0"/>
              <a:t>Business Insight</a:t>
            </a:r>
            <a:r>
              <a:rPr lang="en-GB" sz="1400" u="sng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Investment Strategy</a:t>
            </a:r>
            <a:r>
              <a:rPr lang="en-GB" sz="1400" dirty="0"/>
              <a:t>: Focus on cars with greater length and fuel tank capacity for higher resale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Additional Considerations</a:t>
            </a:r>
            <a:r>
              <a:rPr lang="en-GB" sz="1400" dirty="0"/>
              <a:t>: Although age and kilometres influence price, they are less significant predictors.</a:t>
            </a:r>
          </a:p>
          <a:p>
            <a:endParaRPr lang="en-AU" sz="1100" dirty="0"/>
          </a:p>
        </p:txBody>
      </p:sp>
      <p:pic>
        <p:nvPicPr>
          <p:cNvPr id="7" name="Graphic 6" descr="Car Front">
            <a:extLst>
              <a:ext uri="{FF2B5EF4-FFF2-40B4-BE49-F238E27FC236}">
                <a16:creationId xmlns:a16="http://schemas.microsoft.com/office/drawing/2014/main" id="{92009A1C-4345-4DC1-FFBD-C4CB6DAB4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6196" y="1235198"/>
            <a:ext cx="4387604" cy="438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4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53D7F03-1263-1ACC-A5C9-0601DF0E8AC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640BE9-2417-3378-3193-3BA27B4B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Regression Analysis Summary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4B02EA7-2C51-C798-9452-F02CBD1F04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4534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5519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5AE43-A149-B6B3-0A9C-5368F85F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Insights and Next Steps</a:t>
            </a:r>
          </a:p>
        </p:txBody>
      </p:sp>
      <p:pic>
        <p:nvPicPr>
          <p:cNvPr id="19" name="Graphic 18" descr="Car">
            <a:extLst>
              <a:ext uri="{FF2B5EF4-FFF2-40B4-BE49-F238E27FC236}">
                <a16:creationId xmlns:a16="http://schemas.microsoft.com/office/drawing/2014/main" id="{3613EDF8-7B4E-520B-AC64-EADFBB13CA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1093" y="3881211"/>
            <a:ext cx="3140479" cy="3140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15D2B5-8FCF-83A4-FE28-03D571AD4B66}"/>
              </a:ext>
            </a:extLst>
          </p:cNvPr>
          <p:cNvSpPr txBox="1"/>
          <p:nvPr/>
        </p:nvSpPr>
        <p:spPr>
          <a:xfrm>
            <a:off x="386080" y="1966298"/>
            <a:ext cx="537464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b="1" dirty="0">
                <a:effectLst/>
                <a:latin typeface="Calibri" panose="020F0502020204030204" pitchFamily="34" charset="0"/>
              </a:rPr>
              <a:t>Focus on Newer Cars</a:t>
            </a:r>
            <a:r>
              <a:rPr lang="en-AU" dirty="0">
                <a:effectLst/>
                <a:latin typeface="Calibri" panose="020F0502020204030204" pitchFamily="34" charset="0"/>
              </a:rPr>
              <a:t>: Age is a crucial determinant of value. Investing in younger cars can yield higher returns.</a:t>
            </a:r>
          </a:p>
          <a:p>
            <a:pPr rtl="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b="1" dirty="0">
                <a:effectLst/>
                <a:latin typeface="Calibri" panose="020F0502020204030204" pitchFamily="34" charset="0"/>
              </a:rPr>
              <a:t>Feature Consideration</a:t>
            </a:r>
            <a:r>
              <a:rPr lang="en-AU" dirty="0">
                <a:effectLst/>
                <a:latin typeface="Calibri" panose="020F0502020204030204" pitchFamily="34" charset="0"/>
              </a:rPr>
              <a:t>: Cars with larger dimensions and fuel tank capacities are priced higher. These should be targeted for better profitability.</a:t>
            </a:r>
          </a:p>
          <a:p>
            <a:pPr rtl="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b="1" dirty="0">
                <a:effectLst/>
                <a:latin typeface="Calibri" panose="020F0502020204030204" pitchFamily="34" charset="0"/>
              </a:rPr>
              <a:t>Mileage Impact</a:t>
            </a:r>
            <a:r>
              <a:rPr lang="en-AU" dirty="0">
                <a:effectLst/>
                <a:latin typeface="Calibri" panose="020F0502020204030204" pitchFamily="34" charset="0"/>
              </a:rPr>
              <a:t>: While mileage matters, it should be considered alongside other factors for a holistic evaluation.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168B2-B185-C3AB-ED5B-7DC8A3F6F92A}"/>
              </a:ext>
            </a:extLst>
          </p:cNvPr>
          <p:cNvSpPr txBox="1"/>
          <p:nvPr/>
        </p:nvSpPr>
        <p:spPr>
          <a:xfrm>
            <a:off x="6146800" y="1822348"/>
            <a:ext cx="5659118" cy="2973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71450" font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</a:rPr>
              <a:t>Model Enhancement: </a:t>
            </a:r>
            <a:r>
              <a:rPr lang="en-US" dirty="0">
                <a:latin typeface="Calibri" panose="020F0502020204030204" pitchFamily="34" charset="0"/>
              </a:rPr>
              <a:t>Incorporate additional variables such as car condition, brand, and market demand to refine our predictive pricing model.</a:t>
            </a:r>
          </a:p>
          <a:p>
            <a:pPr indent="-171450" font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</a:rPr>
              <a:t>Market Segmentation: </a:t>
            </a:r>
            <a:r>
              <a:rPr lang="en-US" dirty="0">
                <a:latin typeface="Calibri" panose="020F0502020204030204" pitchFamily="34" charset="0"/>
              </a:rPr>
              <a:t>Use clustering techniques to categorize cars by price and features, enabling more strategic buying decisions.</a:t>
            </a:r>
          </a:p>
          <a:p>
            <a:pPr indent="-171450" font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</a:rPr>
              <a:t>Automated Valuation: </a:t>
            </a:r>
            <a:r>
              <a:rPr lang="en-US" dirty="0">
                <a:latin typeface="Calibri" panose="020F0502020204030204" pitchFamily="34" charset="0"/>
              </a:rPr>
              <a:t>Develop an automated valuation system to quickly identify and purchase undervalued cars, staying ahead of competitors.</a:t>
            </a:r>
          </a:p>
        </p:txBody>
      </p:sp>
    </p:spTree>
    <p:extLst>
      <p:ext uri="{BB962C8B-B14F-4D97-AF65-F5344CB8AC3E}">
        <p14:creationId xmlns:p14="http://schemas.microsoft.com/office/powerpoint/2010/main" val="1909324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6C45F-DC9F-C452-3E54-22076CCE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80" y="477521"/>
            <a:ext cx="5334197" cy="1708242"/>
          </a:xfrm>
        </p:spPr>
        <p:txBody>
          <a:bodyPr anchor="ctr">
            <a:normAutofit/>
          </a:bodyPr>
          <a:lstStyle/>
          <a:p>
            <a:pPr algn="ctr"/>
            <a:r>
              <a:rPr lang="en-GB" sz="4000" dirty="0"/>
              <a:t>Conclusion</a:t>
            </a:r>
            <a:endParaRPr lang="en-A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88962-1A31-C9D1-9487-9629D85A0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87080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dirty="0"/>
              <a:t>The analysis of the sales data reveals a significant opportunity for Used Cars R Us Pvt Ltd to increase profitability by strategically targeting undervalued vehicles. Diesel cars remain the most profitable segment; however, the electric and hybrid segments offer future growth potential. By developing a data-driven model to identify undervalued listings and launching a focused pilot program, the company can optimize its acquisition strategy and stay ahead in the competitive used car market.</a:t>
            </a:r>
          </a:p>
          <a:p>
            <a:pPr marL="0" indent="0">
              <a:buNone/>
            </a:pPr>
            <a:endParaRPr lang="en-AU" sz="1700" dirty="0"/>
          </a:p>
        </p:txBody>
      </p:sp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2F1FFA12-2E87-28F8-22FA-DED381092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01" r="12055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94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3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6337C-8564-1D78-7940-00F1820FA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17" name="Graphic 16" descr="Handshake">
            <a:extLst>
              <a:ext uri="{FF2B5EF4-FFF2-40B4-BE49-F238E27FC236}">
                <a16:creationId xmlns:a16="http://schemas.microsoft.com/office/drawing/2014/main" id="{39BB4CD5-A824-C06A-8B0F-7130E0621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2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</TotalTime>
  <Words>1001</Words>
  <Application>Microsoft Office PowerPoint</Application>
  <PresentationFormat>Widescreen</PresentationFormat>
  <Paragraphs>136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Times New Roman</vt:lpstr>
      <vt:lpstr>Wingdings</vt:lpstr>
      <vt:lpstr>Office Theme</vt:lpstr>
      <vt:lpstr> Descriptive Analysis, Prediction and Communication   </vt:lpstr>
      <vt:lpstr>Data Overview</vt:lpstr>
      <vt:lpstr>PowerPoint Presentation</vt:lpstr>
      <vt:lpstr>Selling Price vs Kilometers</vt:lpstr>
      <vt:lpstr>Selling Price vs Fuel Type</vt:lpstr>
      <vt:lpstr>Selling Price vs Age of the Car</vt:lpstr>
      <vt:lpstr>Sum of Selling Price by Transmission</vt:lpstr>
      <vt:lpstr>Correlation Analysis: Selling Price vs Various Factors</vt:lpstr>
      <vt:lpstr>Regression Analysis Summary</vt:lpstr>
      <vt:lpstr>Business Insights and Next Steps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Aryan Rajashekhar</dc:creator>
  <cp:lastModifiedBy>Rahul Aryan Rajashekhar</cp:lastModifiedBy>
  <cp:revision>1</cp:revision>
  <dcterms:created xsi:type="dcterms:W3CDTF">2024-11-10T06:42:45Z</dcterms:created>
  <dcterms:modified xsi:type="dcterms:W3CDTF">2026-06-16T23:26:42Z</dcterms:modified>
</cp:coreProperties>
</file>